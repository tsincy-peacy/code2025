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350" r:id="rId3"/>
    <p:sldId id="311" r:id="rId4"/>
    <p:sldId id="357" r:id="rId5"/>
    <p:sldId id="358" r:id="rId6"/>
    <p:sldId id="359" r:id="rId7"/>
    <p:sldId id="360" r:id="rId8"/>
    <p:sldId id="361" r:id="rId9"/>
    <p:sldId id="362" r:id="rId10"/>
    <p:sldId id="363" r:id="rId11"/>
    <p:sldId id="364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3" userDrawn="1">
          <p15:clr>
            <a:srgbClr val="A4A3A4"/>
          </p15:clr>
        </p15:guide>
        <p15:guide id="2" pos="6176" userDrawn="1">
          <p15:clr>
            <a:srgbClr val="A4A3A4"/>
          </p15:clr>
        </p15:guide>
        <p15:guide id="3" orient="horz" pos="1252" userDrawn="1">
          <p15:clr>
            <a:srgbClr val="A4A3A4"/>
          </p15:clr>
        </p15:guide>
        <p15:guide id="4" orient="horz" pos="27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3" name="yang yunqian" initials="yy" lastIdx="1" clrIdx="2">
    <p:extLst>
      <p:ext uri="{19B8F6BF-5375-455C-9EA6-DF929625EA0E}">
        <p15:presenceInfo xmlns:p15="http://schemas.microsoft.com/office/powerpoint/2012/main" userId="1ba97f9bafd3cf8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227"/>
    <a:srgbClr val="70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4986190-D025-4168-AAF9-4691868B2652}" styleName="表样式 1 17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rgbClr val="FFFFFF"/>
              </a:solidFill>
            </a:ln>
          </a:left>
          <a:right>
            <a:ln w="12700" cmpd="sng">
              <a:solidFill>
                <a:srgbClr val="FFFFFF"/>
              </a:solidFill>
            </a:ln>
          </a:right>
          <a:top>
            <a:ln w="12700" cmpd="sng">
              <a:solidFill>
                <a:srgbClr val="FFFFFF"/>
              </a:solidFill>
            </a:ln>
          </a:top>
          <a:bottom>
            <a:ln w="12700" cmpd="sng">
              <a:solidFill>
                <a:srgbClr val="FFFFFF"/>
              </a:solidFill>
            </a:ln>
          </a:bottom>
          <a:insideH>
            <a:ln w="12700" cmpd="sng">
              <a:solidFill>
                <a:srgbClr val="FFFFFF"/>
              </a:solidFill>
            </a:ln>
          </a:insideH>
          <a:insideV>
            <a:ln w="12700" cmpd="sng">
              <a:solidFill>
                <a:srgbClr val="FFFFFF"/>
              </a:solidFill>
            </a:ln>
          </a:insideV>
        </a:tcBdr>
        <a:fill>
          <a:solidFill>
            <a:schemeClr val="accent5">
              <a:lumMod val="10000"/>
              <a:lumOff val="90000"/>
            </a:schemeClr>
          </a:solidFill>
        </a:fill>
      </a:tcStyle>
    </a:wholeTbl>
    <a:band1H>
      <a:tcStyle>
        <a:tcBdr/>
        <a:fill>
          <a:solidFill>
            <a:schemeClr val="accent5">
              <a:lumMod val="40000"/>
              <a:lumOff val="60000"/>
            </a:schemeClr>
          </a:solidFill>
        </a:fill>
      </a:tcStyle>
    </a:band1H>
    <a:band1V>
      <a:tcStyle>
        <a:tcBdr/>
        <a:fill>
          <a:solidFill>
            <a:srgbClr val="B6C7EA"/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rgbClr val="FFFFFF"/>
              </a:solidFill>
            </a:ln>
          </a:left>
          <a:right>
            <a:ln w="12700" cmpd="sng">
              <a:solidFill>
                <a:srgbClr val="FFFFFF"/>
              </a:solidFill>
            </a:ln>
          </a:right>
          <a:top>
            <a:ln w="12700" cmpd="sng">
              <a:solidFill>
                <a:srgbClr val="FFFFFF"/>
              </a:solidFill>
            </a:ln>
          </a:top>
          <a:bottom>
            <a:ln w="12700" cmpd="sng">
              <a:solidFill>
                <a:srgbClr val="FFFFFF"/>
              </a:solidFill>
            </a:ln>
          </a:bottom>
          <a:insideH>
            <a:ln w="12700" cmpd="sng">
              <a:solidFill>
                <a:srgbClr val="FFFFFF"/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5">
              <a:lumMod val="40000"/>
              <a:lumOff val="6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rgbClr val="FFFFFF"/>
              </a:solidFill>
            </a:ln>
          </a:left>
          <a:right>
            <a:ln w="12700" cmpd="sng">
              <a:solidFill>
                <a:srgbClr val="FFFFFF"/>
              </a:solidFill>
            </a:ln>
          </a:right>
          <a:top>
            <a:ln w="12700" cmpd="sng">
              <a:solidFill>
                <a:srgbClr val="FFFFFF"/>
              </a:solidFill>
            </a:ln>
          </a:top>
          <a:bottom>
            <a:ln w="12700" cmpd="sng">
              <a:solidFill>
                <a:srgbClr val="FFFFFF"/>
              </a:solidFill>
            </a:ln>
          </a:bottom>
          <a:insideH>
            <a:ln w="12700" cmpd="sng">
              <a:solidFill>
                <a:srgbClr val="FFFFFF"/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5">
              <a:lumMod val="40000"/>
              <a:lumOff val="60000"/>
            </a:schemeClr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rgbClr val="FFFFFF"/>
              </a:solidFill>
            </a:ln>
          </a:left>
          <a:right>
            <a:ln w="12700" cmpd="sng">
              <a:solidFill>
                <a:srgbClr val="FFFFFF"/>
              </a:solidFill>
            </a:ln>
          </a:right>
          <a:top>
            <a:ln w="12700" cmpd="sng">
              <a:solidFill>
                <a:srgbClr val="FFFFFF"/>
              </a:solidFill>
            </a:ln>
          </a:top>
          <a:bottom>
            <a:ln w="12700" cmpd="sng">
              <a:solidFill>
                <a:srgbClr val="FFFFFF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rgbClr val="FFFFFF"/>
              </a:solidFill>
            </a:ln>
          </a:left>
          <a:right>
            <a:ln w="12700" cmpd="sng">
              <a:solidFill>
                <a:srgbClr val="FFFFFF"/>
              </a:solidFill>
            </a:ln>
          </a:right>
          <a:top>
            <a:ln w="12700" cmpd="sng">
              <a:solidFill>
                <a:srgbClr val="FFFFFF"/>
              </a:solidFill>
            </a:ln>
          </a:top>
          <a:bottom>
            <a:ln w="12700" cmpd="sng">
              <a:solidFill>
                <a:srgbClr val="FFFFFF"/>
              </a:solidFill>
            </a:ln>
          </a:bottom>
          <a:insideH>
            <a:ln>
              <a:noFill/>
            </a:ln>
          </a:insideH>
          <a:insideV>
            <a:ln w="12700" cmpd="sng">
              <a:solidFill>
                <a:srgbClr val="FFFFFF"/>
              </a:solidFill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39" autoAdjust="0"/>
    <p:restoredTop sz="94650" autoAdjust="0"/>
  </p:normalViewPr>
  <p:slideViewPr>
    <p:cSldViewPr snapToGrid="0" showGuides="1">
      <p:cViewPr varScale="1">
        <p:scale>
          <a:sx n="80" d="100"/>
          <a:sy n="80" d="100"/>
        </p:scale>
        <p:origin x="869" y="53"/>
      </p:cViewPr>
      <p:guideLst>
        <p:guide orient="horz" pos="1623"/>
        <p:guide pos="6176"/>
        <p:guide orient="horz" pos="1252"/>
        <p:guide orient="horz" pos="2712"/>
      </p:guideLst>
    </p:cSldViewPr>
  </p:slideViewPr>
  <p:outlineViewPr>
    <p:cViewPr>
      <p:scale>
        <a:sx n="33" d="100"/>
        <a:sy n="33" d="100"/>
      </p:scale>
      <p:origin x="0" y="-17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D0A5A-3CC5-4D95-8045-39F80BEEE904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D2703-455F-4896-A76B-CE5186356B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初始化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D2703-455F-4896-A76B-CE5186356B7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193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初始化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D2703-455F-4896-A76B-CE5186356B7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667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6059"/>
          <a:stretch>
            <a:fillRect/>
          </a:stretch>
        </p:blipFill>
        <p:spPr>
          <a:xfrm>
            <a:off x="0" y="-12031"/>
            <a:ext cx="12245332" cy="6862094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-87762" y="-70190"/>
            <a:ext cx="12333094" cy="6945489"/>
          </a:xfrm>
          <a:prstGeom prst="rect">
            <a:avLst/>
          </a:prstGeom>
          <a:solidFill>
            <a:schemeClr val="tx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913516" y="967242"/>
            <a:ext cx="6364968" cy="2387600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913516" y="3446917"/>
            <a:ext cx="6364968" cy="1655762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grpSp>
        <p:nvGrpSpPr>
          <p:cNvPr id="28" name="组合 27"/>
          <p:cNvGrpSpPr/>
          <p:nvPr userDrawn="1"/>
        </p:nvGrpSpPr>
        <p:grpSpPr>
          <a:xfrm>
            <a:off x="2359022" y="1975616"/>
            <a:ext cx="339226" cy="2287874"/>
            <a:chOff x="2485793" y="2025877"/>
            <a:chExt cx="339226" cy="2287874"/>
          </a:xfrm>
        </p:grpSpPr>
        <p:sp>
          <p:nvSpPr>
            <p:cNvPr id="18" name="矩形 17"/>
            <p:cNvSpPr/>
            <p:nvPr userDrawn="1"/>
          </p:nvSpPr>
          <p:spPr>
            <a:xfrm>
              <a:off x="2485793" y="2025877"/>
              <a:ext cx="180000" cy="2282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2613164" y="2025877"/>
              <a:ext cx="175931" cy="1273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2649088" y="4186381"/>
              <a:ext cx="175931" cy="1273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grpSp>
        <p:nvGrpSpPr>
          <p:cNvPr id="29" name="组合 28"/>
          <p:cNvGrpSpPr/>
          <p:nvPr userDrawn="1"/>
        </p:nvGrpSpPr>
        <p:grpSpPr>
          <a:xfrm flipH="1">
            <a:off x="9472434" y="1975616"/>
            <a:ext cx="339226" cy="2287874"/>
            <a:chOff x="2485793" y="2025877"/>
            <a:chExt cx="339226" cy="2287874"/>
          </a:xfrm>
        </p:grpSpPr>
        <p:sp>
          <p:nvSpPr>
            <p:cNvPr id="30" name="矩形 29"/>
            <p:cNvSpPr/>
            <p:nvPr userDrawn="1"/>
          </p:nvSpPr>
          <p:spPr>
            <a:xfrm>
              <a:off x="2485793" y="2025877"/>
              <a:ext cx="180000" cy="2282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矩形 30"/>
            <p:cNvSpPr/>
            <p:nvPr userDrawn="1"/>
          </p:nvSpPr>
          <p:spPr>
            <a:xfrm>
              <a:off x="2613164" y="2025877"/>
              <a:ext cx="175931" cy="1273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 userDrawn="1"/>
          </p:nvSpPr>
          <p:spPr>
            <a:xfrm>
              <a:off x="2649088" y="4186381"/>
              <a:ext cx="175931" cy="1273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400" y="5726334"/>
            <a:ext cx="2743200" cy="365125"/>
          </a:xfrm>
        </p:spPr>
        <p:txBody>
          <a:bodyPr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fld id="{59C0B551-B9E4-4B44-B1CD-D3BED3D5B0BC}" type="datetime1">
              <a:rPr lang="zh-CN" altLang="en-US" smtClean="0"/>
              <a:t>2025/11/12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2874"/>
          <a:stretch>
            <a:fillRect/>
          </a:stretch>
        </p:blipFill>
        <p:spPr>
          <a:xfrm>
            <a:off x="0" y="-12031"/>
            <a:ext cx="12245332" cy="7122514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-26667" y="-12031"/>
            <a:ext cx="12399641" cy="6998397"/>
          </a:xfrm>
          <a:prstGeom prst="rect">
            <a:avLst/>
          </a:prstGeom>
          <a:solidFill>
            <a:schemeClr val="tx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400" y="5726334"/>
            <a:ext cx="2743200" cy="365125"/>
          </a:xfrm>
        </p:spPr>
        <p:txBody>
          <a:bodyPr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fld id="{CFC07C7D-A3E4-4DD5-BE00-4F818006E4A5}" type="datetime1">
              <a:rPr lang="zh-CN" altLang="en-US" smtClean="0"/>
              <a:t>2025/11/12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1E6D3-55AB-441B-8B48-0E5B7D6F1457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111532" y="6356350"/>
            <a:ext cx="2743200" cy="365125"/>
          </a:xfrm>
        </p:spPr>
        <p:txBody>
          <a:bodyPr/>
          <a:lstStyle>
            <a:lvl1pPr>
              <a:defRPr sz="2000" b="1">
                <a:latin typeface="+mj-ea"/>
                <a:ea typeface="+mj-ea"/>
              </a:defRPr>
            </a:lvl1pPr>
          </a:lstStyle>
          <a:p>
            <a:fld id="{9CA54AC7-8B74-4520-B1EE-E45E3D31081A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8" name="组合 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/>
        </p:nvGrpSpPr>
        <p:grpSpPr>
          <a:xfrm>
            <a:off x="9687900" y="199261"/>
            <a:ext cx="2163112" cy="395637"/>
            <a:chOff x="1092457" y="2513859"/>
            <a:chExt cx="10007056" cy="1830307"/>
          </a:xfrm>
        </p:grpSpPr>
        <p:grpSp>
          <p:nvGrpSpPr>
            <p:cNvPr id="79" name="í$lidè"/>
            <p:cNvGrpSpPr/>
            <p:nvPr/>
          </p:nvGrpSpPr>
          <p:grpSpPr>
            <a:xfrm>
              <a:off x="1092457" y="2518457"/>
              <a:ext cx="1816534" cy="1825709"/>
              <a:chOff x="2622550" y="2797175"/>
              <a:chExt cx="1260475" cy="1266825"/>
            </a:xfrm>
          </p:grpSpPr>
          <p:sp>
            <p:nvSpPr>
              <p:cNvPr id="130" name="íSļîḋê"/>
              <p:cNvSpPr/>
              <p:nvPr/>
            </p:nvSpPr>
            <p:spPr bwMode="auto">
              <a:xfrm>
                <a:off x="3117850" y="2867025"/>
                <a:ext cx="19050" cy="30163"/>
              </a:xfrm>
              <a:custGeom>
                <a:avLst/>
                <a:gdLst>
                  <a:gd name="T0" fmla="*/ 0 w 6"/>
                  <a:gd name="T1" fmla="*/ 1 h 9"/>
                  <a:gd name="T2" fmla="*/ 4 w 6"/>
                  <a:gd name="T3" fmla="*/ 9 h 9"/>
                  <a:gd name="T4" fmla="*/ 5 w 6"/>
                  <a:gd name="T5" fmla="*/ 9 h 9"/>
                  <a:gd name="T6" fmla="*/ 6 w 6"/>
                  <a:gd name="T7" fmla="*/ 8 h 9"/>
                  <a:gd name="T8" fmla="*/ 2 w 6"/>
                  <a:gd name="T9" fmla="*/ 0 h 9"/>
                  <a:gd name="T10" fmla="*/ 0 w 6"/>
                  <a:gd name="T11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9">
                    <a:moveTo>
                      <a:pt x="0" y="1"/>
                    </a:moveTo>
                    <a:cubicBezTo>
                      <a:pt x="2" y="4"/>
                      <a:pt x="0" y="9"/>
                      <a:pt x="4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6" y="9"/>
                      <a:pt x="6" y="8"/>
                      <a:pt x="6" y="8"/>
                    </a:cubicBezTo>
                    <a:cubicBezTo>
                      <a:pt x="6" y="5"/>
                      <a:pt x="4" y="2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1" name="išļíḍé"/>
              <p:cNvSpPr/>
              <p:nvPr/>
            </p:nvSpPr>
            <p:spPr bwMode="auto">
              <a:xfrm>
                <a:off x="3117850" y="2860675"/>
                <a:ext cx="92075" cy="131763"/>
              </a:xfrm>
              <a:custGeom>
                <a:avLst/>
                <a:gdLst>
                  <a:gd name="T0" fmla="*/ 9 w 28"/>
                  <a:gd name="T1" fmla="*/ 4 h 40"/>
                  <a:gd name="T2" fmla="*/ 15 w 28"/>
                  <a:gd name="T3" fmla="*/ 7 h 40"/>
                  <a:gd name="T4" fmla="*/ 7 w 28"/>
                  <a:gd name="T5" fmla="*/ 14 h 40"/>
                  <a:gd name="T6" fmla="*/ 0 w 28"/>
                  <a:gd name="T7" fmla="*/ 24 h 40"/>
                  <a:gd name="T8" fmla="*/ 6 w 28"/>
                  <a:gd name="T9" fmla="*/ 29 h 40"/>
                  <a:gd name="T10" fmla="*/ 12 w 28"/>
                  <a:gd name="T11" fmla="*/ 15 h 40"/>
                  <a:gd name="T12" fmla="*/ 23 w 28"/>
                  <a:gd name="T13" fmla="*/ 13 h 40"/>
                  <a:gd name="T14" fmla="*/ 18 w 28"/>
                  <a:gd name="T15" fmla="*/ 18 h 40"/>
                  <a:gd name="T16" fmla="*/ 16 w 28"/>
                  <a:gd name="T17" fmla="*/ 18 h 40"/>
                  <a:gd name="T18" fmla="*/ 15 w 28"/>
                  <a:gd name="T19" fmla="*/ 18 h 40"/>
                  <a:gd name="T20" fmla="*/ 11 w 28"/>
                  <a:gd name="T21" fmla="*/ 24 h 40"/>
                  <a:gd name="T22" fmla="*/ 16 w 28"/>
                  <a:gd name="T23" fmla="*/ 20 h 40"/>
                  <a:gd name="T24" fmla="*/ 16 w 28"/>
                  <a:gd name="T25" fmla="*/ 25 h 40"/>
                  <a:gd name="T26" fmla="*/ 16 w 28"/>
                  <a:gd name="T27" fmla="*/ 26 h 40"/>
                  <a:gd name="T28" fmla="*/ 17 w 28"/>
                  <a:gd name="T29" fmla="*/ 28 h 40"/>
                  <a:gd name="T30" fmla="*/ 9 w 28"/>
                  <a:gd name="T31" fmla="*/ 31 h 40"/>
                  <a:gd name="T32" fmla="*/ 12 w 28"/>
                  <a:gd name="T33" fmla="*/ 33 h 40"/>
                  <a:gd name="T34" fmla="*/ 13 w 28"/>
                  <a:gd name="T35" fmla="*/ 33 h 40"/>
                  <a:gd name="T36" fmla="*/ 19 w 28"/>
                  <a:gd name="T37" fmla="*/ 31 h 40"/>
                  <a:gd name="T38" fmla="*/ 11 w 28"/>
                  <a:gd name="T39" fmla="*/ 37 h 40"/>
                  <a:gd name="T40" fmla="*/ 23 w 28"/>
                  <a:gd name="T41" fmla="*/ 34 h 40"/>
                  <a:gd name="T42" fmla="*/ 22 w 28"/>
                  <a:gd name="T43" fmla="*/ 29 h 40"/>
                  <a:gd name="T44" fmla="*/ 23 w 28"/>
                  <a:gd name="T45" fmla="*/ 29 h 40"/>
                  <a:gd name="T46" fmla="*/ 27 w 28"/>
                  <a:gd name="T47" fmla="*/ 29 h 40"/>
                  <a:gd name="T48" fmla="*/ 28 w 28"/>
                  <a:gd name="T49" fmla="*/ 28 h 40"/>
                  <a:gd name="T50" fmla="*/ 26 w 28"/>
                  <a:gd name="T51" fmla="*/ 25 h 40"/>
                  <a:gd name="T52" fmla="*/ 21 w 28"/>
                  <a:gd name="T53" fmla="*/ 25 h 40"/>
                  <a:gd name="T54" fmla="*/ 20 w 28"/>
                  <a:gd name="T55" fmla="*/ 27 h 40"/>
                  <a:gd name="T56" fmla="*/ 18 w 28"/>
                  <a:gd name="T57" fmla="*/ 26 h 40"/>
                  <a:gd name="T58" fmla="*/ 21 w 28"/>
                  <a:gd name="T59" fmla="*/ 22 h 40"/>
                  <a:gd name="T60" fmla="*/ 20 w 28"/>
                  <a:gd name="T61" fmla="*/ 19 h 40"/>
                  <a:gd name="T62" fmla="*/ 23 w 28"/>
                  <a:gd name="T63" fmla="*/ 19 h 40"/>
                  <a:gd name="T64" fmla="*/ 26 w 28"/>
                  <a:gd name="T65" fmla="*/ 15 h 40"/>
                  <a:gd name="T66" fmla="*/ 26 w 28"/>
                  <a:gd name="T67" fmla="*/ 14 h 40"/>
                  <a:gd name="T68" fmla="*/ 21 w 28"/>
                  <a:gd name="T69" fmla="*/ 8 h 40"/>
                  <a:gd name="T70" fmla="*/ 18 w 28"/>
                  <a:gd name="T71" fmla="*/ 7 h 40"/>
                  <a:gd name="T72" fmla="*/ 25 w 28"/>
                  <a:gd name="T73" fmla="*/ 2 h 40"/>
                  <a:gd name="T74" fmla="*/ 21 w 28"/>
                  <a:gd name="T75" fmla="*/ 0 h 40"/>
                  <a:gd name="T76" fmla="*/ 19 w 28"/>
                  <a:gd name="T77" fmla="*/ 0 h 40"/>
                  <a:gd name="T78" fmla="*/ 9 w 28"/>
                  <a:gd name="T79" fmla="*/ 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8" h="40">
                    <a:moveTo>
                      <a:pt x="9" y="4"/>
                    </a:moveTo>
                    <a:cubicBezTo>
                      <a:pt x="15" y="7"/>
                      <a:pt x="15" y="7"/>
                      <a:pt x="15" y="7"/>
                    </a:cubicBezTo>
                    <a:cubicBezTo>
                      <a:pt x="13" y="9"/>
                      <a:pt x="9" y="12"/>
                      <a:pt x="7" y="14"/>
                    </a:cubicBezTo>
                    <a:cubicBezTo>
                      <a:pt x="6" y="15"/>
                      <a:pt x="0" y="23"/>
                      <a:pt x="0" y="24"/>
                    </a:cubicBezTo>
                    <a:cubicBezTo>
                      <a:pt x="0" y="28"/>
                      <a:pt x="3" y="29"/>
                      <a:pt x="6" y="29"/>
                    </a:cubicBezTo>
                    <a:cubicBezTo>
                      <a:pt x="7" y="21"/>
                      <a:pt x="9" y="19"/>
                      <a:pt x="12" y="15"/>
                    </a:cubicBezTo>
                    <a:cubicBezTo>
                      <a:pt x="15" y="11"/>
                      <a:pt x="19" y="6"/>
                      <a:pt x="23" y="13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7" y="18"/>
                      <a:pt x="16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2" y="18"/>
                      <a:pt x="11" y="21"/>
                      <a:pt x="11" y="24"/>
                    </a:cubicBezTo>
                    <a:cubicBezTo>
                      <a:pt x="14" y="23"/>
                      <a:pt x="14" y="21"/>
                      <a:pt x="16" y="20"/>
                    </a:cubicBezTo>
                    <a:cubicBezTo>
                      <a:pt x="18" y="20"/>
                      <a:pt x="16" y="23"/>
                      <a:pt x="16" y="25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7"/>
                      <a:pt x="17" y="27"/>
                      <a:pt x="17" y="28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10" y="32"/>
                      <a:pt x="10" y="33"/>
                      <a:pt x="12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4" y="33"/>
                      <a:pt x="17" y="31"/>
                      <a:pt x="19" y="31"/>
                    </a:cubicBezTo>
                    <a:cubicBezTo>
                      <a:pt x="19" y="35"/>
                      <a:pt x="12" y="34"/>
                      <a:pt x="11" y="37"/>
                    </a:cubicBezTo>
                    <a:cubicBezTo>
                      <a:pt x="17" y="37"/>
                      <a:pt x="20" y="40"/>
                      <a:pt x="23" y="34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23" y="29"/>
                      <a:pt x="23" y="29"/>
                      <a:pt x="23" y="29"/>
                    </a:cubicBezTo>
                    <a:cubicBezTo>
                      <a:pt x="25" y="29"/>
                      <a:pt x="26" y="29"/>
                      <a:pt x="27" y="29"/>
                    </a:cubicBezTo>
                    <a:cubicBezTo>
                      <a:pt x="27" y="29"/>
                      <a:pt x="28" y="28"/>
                      <a:pt x="28" y="28"/>
                    </a:cubicBezTo>
                    <a:cubicBezTo>
                      <a:pt x="28" y="26"/>
                      <a:pt x="28" y="25"/>
                      <a:pt x="26" y="25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4" y="17"/>
                      <a:pt x="26" y="17"/>
                      <a:pt x="26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1"/>
                      <a:pt x="23" y="9"/>
                      <a:pt x="21" y="8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9" y="5"/>
                      <a:pt x="25" y="4"/>
                      <a:pt x="25" y="2"/>
                    </a:cubicBezTo>
                    <a:cubicBezTo>
                      <a:pt x="25" y="0"/>
                      <a:pt x="23" y="0"/>
                      <a:pt x="21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8" y="0"/>
                      <a:pt x="15" y="4"/>
                      <a:pt x="9" y="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2" name="îSḷîḍè"/>
              <p:cNvSpPr/>
              <p:nvPr/>
            </p:nvSpPr>
            <p:spPr bwMode="auto">
              <a:xfrm>
                <a:off x="2935288" y="2916238"/>
                <a:ext cx="128588" cy="146050"/>
              </a:xfrm>
              <a:custGeom>
                <a:avLst/>
                <a:gdLst>
                  <a:gd name="T0" fmla="*/ 19 w 39"/>
                  <a:gd name="T1" fmla="*/ 9 h 44"/>
                  <a:gd name="T2" fmla="*/ 14 w 39"/>
                  <a:gd name="T3" fmla="*/ 12 h 44"/>
                  <a:gd name="T4" fmla="*/ 12 w 39"/>
                  <a:gd name="T5" fmla="*/ 15 h 44"/>
                  <a:gd name="T6" fmla="*/ 10 w 39"/>
                  <a:gd name="T7" fmla="*/ 24 h 44"/>
                  <a:gd name="T8" fmla="*/ 8 w 39"/>
                  <a:gd name="T9" fmla="*/ 12 h 44"/>
                  <a:gd name="T10" fmla="*/ 4 w 39"/>
                  <a:gd name="T11" fmla="*/ 11 h 44"/>
                  <a:gd name="T12" fmla="*/ 5 w 39"/>
                  <a:gd name="T13" fmla="*/ 15 h 44"/>
                  <a:gd name="T14" fmla="*/ 8 w 39"/>
                  <a:gd name="T15" fmla="*/ 29 h 44"/>
                  <a:gd name="T16" fmla="*/ 16 w 39"/>
                  <a:gd name="T17" fmla="*/ 37 h 44"/>
                  <a:gd name="T18" fmla="*/ 23 w 39"/>
                  <a:gd name="T19" fmla="*/ 39 h 44"/>
                  <a:gd name="T20" fmla="*/ 18 w 39"/>
                  <a:gd name="T21" fmla="*/ 26 h 44"/>
                  <a:gd name="T22" fmla="*/ 17 w 39"/>
                  <a:gd name="T23" fmla="*/ 17 h 44"/>
                  <a:gd name="T24" fmla="*/ 19 w 39"/>
                  <a:gd name="T25" fmla="*/ 25 h 44"/>
                  <a:gd name="T26" fmla="*/ 21 w 39"/>
                  <a:gd name="T27" fmla="*/ 33 h 44"/>
                  <a:gd name="T28" fmla="*/ 33 w 39"/>
                  <a:gd name="T29" fmla="*/ 32 h 44"/>
                  <a:gd name="T30" fmla="*/ 36 w 39"/>
                  <a:gd name="T31" fmla="*/ 26 h 44"/>
                  <a:gd name="T32" fmla="*/ 37 w 39"/>
                  <a:gd name="T33" fmla="*/ 11 h 44"/>
                  <a:gd name="T34" fmla="*/ 33 w 39"/>
                  <a:gd name="T35" fmla="*/ 10 h 44"/>
                  <a:gd name="T36" fmla="*/ 17 w 39"/>
                  <a:gd name="T37" fmla="*/ 0 h 44"/>
                  <a:gd name="T38" fmla="*/ 15 w 39"/>
                  <a:gd name="T39" fmla="*/ 1 h 44"/>
                  <a:gd name="T40" fmla="*/ 14 w 39"/>
                  <a:gd name="T41" fmla="*/ 24 h 44"/>
                  <a:gd name="T42" fmla="*/ 16 w 39"/>
                  <a:gd name="T43" fmla="*/ 25 h 44"/>
                  <a:gd name="T44" fmla="*/ 14 w 39"/>
                  <a:gd name="T45" fmla="*/ 27 h 44"/>
                  <a:gd name="T46" fmla="*/ 13 w 39"/>
                  <a:gd name="T47" fmla="*/ 19 h 44"/>
                  <a:gd name="T48" fmla="*/ 12 w 39"/>
                  <a:gd name="T49" fmla="*/ 21 h 44"/>
                  <a:gd name="T50" fmla="*/ 14 w 39"/>
                  <a:gd name="T51" fmla="*/ 34 h 44"/>
                  <a:gd name="T52" fmla="*/ 12 w 39"/>
                  <a:gd name="T53" fmla="*/ 32 h 44"/>
                  <a:gd name="T54" fmla="*/ 25 w 39"/>
                  <a:gd name="T55" fmla="*/ 22 h 44"/>
                  <a:gd name="T56" fmla="*/ 24 w 39"/>
                  <a:gd name="T57" fmla="*/ 24 h 44"/>
                  <a:gd name="T58" fmla="*/ 21 w 39"/>
                  <a:gd name="T59" fmla="*/ 13 h 44"/>
                  <a:gd name="T60" fmla="*/ 20 w 39"/>
                  <a:gd name="T61" fmla="*/ 14 h 44"/>
                  <a:gd name="T62" fmla="*/ 30 w 39"/>
                  <a:gd name="T63" fmla="*/ 13 h 44"/>
                  <a:gd name="T64" fmla="*/ 30 w 39"/>
                  <a:gd name="T65" fmla="*/ 1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4">
                    <a:moveTo>
                      <a:pt x="15" y="1"/>
                    </a:moveTo>
                    <a:cubicBezTo>
                      <a:pt x="15" y="3"/>
                      <a:pt x="19" y="7"/>
                      <a:pt x="19" y="9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2" y="10"/>
                      <a:pt x="14" y="12"/>
                    </a:cubicBezTo>
                    <a:cubicBezTo>
                      <a:pt x="16" y="13"/>
                      <a:pt x="17" y="13"/>
                      <a:pt x="16" y="16"/>
                    </a:cubicBezTo>
                    <a:cubicBezTo>
                      <a:pt x="15" y="16"/>
                      <a:pt x="13" y="15"/>
                      <a:pt x="12" y="15"/>
                    </a:cubicBezTo>
                    <a:cubicBezTo>
                      <a:pt x="11" y="15"/>
                      <a:pt x="10" y="15"/>
                      <a:pt x="10" y="16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6" y="24"/>
                      <a:pt x="8" y="19"/>
                      <a:pt x="8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8"/>
                      <a:pt x="4" y="10"/>
                      <a:pt x="4" y="11"/>
                    </a:cubicBezTo>
                    <a:cubicBezTo>
                      <a:pt x="4" y="12"/>
                      <a:pt x="5" y="12"/>
                      <a:pt x="5" y="1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0"/>
                      <a:pt x="0" y="33"/>
                      <a:pt x="4" y="33"/>
                    </a:cubicBezTo>
                    <a:cubicBezTo>
                      <a:pt x="6" y="33"/>
                      <a:pt x="7" y="30"/>
                      <a:pt x="8" y="29"/>
                    </a:cubicBezTo>
                    <a:cubicBezTo>
                      <a:pt x="8" y="32"/>
                      <a:pt x="6" y="44"/>
                      <a:pt x="11" y="44"/>
                    </a:cubicBezTo>
                    <a:cubicBezTo>
                      <a:pt x="14" y="44"/>
                      <a:pt x="15" y="39"/>
                      <a:pt x="16" y="37"/>
                    </a:cubicBezTo>
                    <a:cubicBezTo>
                      <a:pt x="18" y="37"/>
                      <a:pt x="19" y="40"/>
                      <a:pt x="21" y="40"/>
                    </a:cubicBezTo>
                    <a:cubicBezTo>
                      <a:pt x="22" y="40"/>
                      <a:pt x="23" y="40"/>
                      <a:pt x="23" y="39"/>
                    </a:cubicBezTo>
                    <a:cubicBezTo>
                      <a:pt x="23" y="37"/>
                      <a:pt x="18" y="36"/>
                      <a:pt x="17" y="31"/>
                    </a:cubicBezTo>
                    <a:cubicBezTo>
                      <a:pt x="17" y="28"/>
                      <a:pt x="18" y="28"/>
                      <a:pt x="18" y="26"/>
                    </a:cubicBezTo>
                    <a:cubicBezTo>
                      <a:pt x="17" y="24"/>
                      <a:pt x="17" y="22"/>
                      <a:pt x="17" y="20"/>
                    </a:cubicBezTo>
                    <a:cubicBezTo>
                      <a:pt x="17" y="19"/>
                      <a:pt x="17" y="18"/>
                      <a:pt x="17" y="17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5"/>
                      <a:pt x="18" y="28"/>
                      <a:pt x="18" y="28"/>
                    </a:cubicBezTo>
                    <a:cubicBezTo>
                      <a:pt x="18" y="29"/>
                      <a:pt x="21" y="33"/>
                      <a:pt x="21" y="33"/>
                    </a:cubicBezTo>
                    <a:cubicBezTo>
                      <a:pt x="24" y="33"/>
                      <a:pt x="28" y="27"/>
                      <a:pt x="28" y="27"/>
                    </a:cubicBezTo>
                    <a:cubicBezTo>
                      <a:pt x="30" y="27"/>
                      <a:pt x="31" y="31"/>
                      <a:pt x="33" y="32"/>
                    </a:cubicBezTo>
                    <a:cubicBezTo>
                      <a:pt x="35" y="35"/>
                      <a:pt x="35" y="35"/>
                      <a:pt x="39" y="37"/>
                    </a:cubicBezTo>
                    <a:cubicBezTo>
                      <a:pt x="38" y="34"/>
                      <a:pt x="37" y="29"/>
                      <a:pt x="36" y="26"/>
                    </a:cubicBezTo>
                    <a:cubicBezTo>
                      <a:pt x="35" y="23"/>
                      <a:pt x="33" y="20"/>
                      <a:pt x="32" y="17"/>
                    </a:cubicBezTo>
                    <a:cubicBezTo>
                      <a:pt x="37" y="11"/>
                      <a:pt x="37" y="11"/>
                      <a:pt x="37" y="11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0" y="6"/>
                      <a:pt x="27" y="9"/>
                      <a:pt x="25" y="5"/>
                    </a:cubicBezTo>
                    <a:cubicBezTo>
                      <a:pt x="24" y="2"/>
                      <a:pt x="20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0"/>
                      <a:pt x="15" y="0"/>
                      <a:pt x="15" y="1"/>
                    </a:cubicBezTo>
                    <a:close/>
                    <a:moveTo>
                      <a:pt x="14" y="27"/>
                    </a:moveTo>
                    <a:cubicBezTo>
                      <a:pt x="14" y="25"/>
                      <a:pt x="13" y="24"/>
                      <a:pt x="14" y="24"/>
                    </a:cubicBezTo>
                    <a:cubicBezTo>
                      <a:pt x="15" y="23"/>
                      <a:pt x="15" y="22"/>
                      <a:pt x="16" y="23"/>
                    </a:cubicBezTo>
                    <a:cubicBezTo>
                      <a:pt x="16" y="23"/>
                      <a:pt x="16" y="24"/>
                      <a:pt x="16" y="25"/>
                    </a:cubicBezTo>
                    <a:cubicBezTo>
                      <a:pt x="16" y="26"/>
                      <a:pt x="15" y="27"/>
                      <a:pt x="15" y="27"/>
                    </a:cubicBezTo>
                    <a:cubicBezTo>
                      <a:pt x="15" y="27"/>
                      <a:pt x="14" y="28"/>
                      <a:pt x="14" y="27"/>
                    </a:cubicBezTo>
                    <a:close/>
                    <a:moveTo>
                      <a:pt x="12" y="21"/>
                    </a:moveTo>
                    <a:cubicBezTo>
                      <a:pt x="12" y="20"/>
                      <a:pt x="12" y="20"/>
                      <a:pt x="13" y="19"/>
                    </a:cubicBezTo>
                    <a:cubicBezTo>
                      <a:pt x="13" y="19"/>
                      <a:pt x="14" y="19"/>
                      <a:pt x="14" y="20"/>
                    </a:cubicBezTo>
                    <a:cubicBezTo>
                      <a:pt x="14" y="22"/>
                      <a:pt x="13" y="22"/>
                      <a:pt x="12" y="21"/>
                    </a:cubicBezTo>
                    <a:close/>
                    <a:moveTo>
                      <a:pt x="12" y="32"/>
                    </a:moveTo>
                    <a:cubicBezTo>
                      <a:pt x="13" y="32"/>
                      <a:pt x="14" y="33"/>
                      <a:pt x="14" y="34"/>
                    </a:cubicBezTo>
                    <a:cubicBezTo>
                      <a:pt x="13" y="34"/>
                      <a:pt x="13" y="36"/>
                      <a:pt x="13" y="36"/>
                    </a:cubicBezTo>
                    <a:cubicBezTo>
                      <a:pt x="12" y="36"/>
                      <a:pt x="12" y="32"/>
                      <a:pt x="12" y="32"/>
                    </a:cubicBezTo>
                    <a:close/>
                    <a:moveTo>
                      <a:pt x="24" y="24"/>
                    </a:moveTo>
                    <a:cubicBezTo>
                      <a:pt x="23" y="24"/>
                      <a:pt x="23" y="23"/>
                      <a:pt x="25" y="22"/>
                    </a:cubicBezTo>
                    <a:cubicBezTo>
                      <a:pt x="26" y="21"/>
                      <a:pt x="26" y="22"/>
                      <a:pt x="26" y="23"/>
                    </a:cubicBezTo>
                    <a:cubicBezTo>
                      <a:pt x="25" y="24"/>
                      <a:pt x="24" y="25"/>
                      <a:pt x="24" y="24"/>
                    </a:cubicBezTo>
                    <a:close/>
                    <a:moveTo>
                      <a:pt x="20" y="14"/>
                    </a:moveTo>
                    <a:cubicBezTo>
                      <a:pt x="20" y="14"/>
                      <a:pt x="21" y="14"/>
                      <a:pt x="21" y="13"/>
                    </a:cubicBezTo>
                    <a:cubicBezTo>
                      <a:pt x="22" y="13"/>
                      <a:pt x="22" y="14"/>
                      <a:pt x="22" y="15"/>
                    </a:cubicBezTo>
                    <a:cubicBezTo>
                      <a:pt x="21" y="16"/>
                      <a:pt x="21" y="15"/>
                      <a:pt x="20" y="14"/>
                    </a:cubicBezTo>
                    <a:close/>
                    <a:moveTo>
                      <a:pt x="30" y="14"/>
                    </a:moveTo>
                    <a:cubicBezTo>
                      <a:pt x="30" y="13"/>
                      <a:pt x="30" y="13"/>
                      <a:pt x="30" y="13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0" y="14"/>
                    </a:cubicBezTo>
                    <a:cubicBezTo>
                      <a:pt x="30" y="14"/>
                      <a:pt x="30" y="14"/>
                      <a:pt x="30" y="1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3" name="î$ḻïḑê"/>
              <p:cNvSpPr/>
              <p:nvPr/>
            </p:nvSpPr>
            <p:spPr bwMode="auto">
              <a:xfrm>
                <a:off x="3586163" y="3059113"/>
                <a:ext cx="95250" cy="100013"/>
              </a:xfrm>
              <a:custGeom>
                <a:avLst/>
                <a:gdLst>
                  <a:gd name="T0" fmla="*/ 17 w 29"/>
                  <a:gd name="T1" fmla="*/ 8 h 30"/>
                  <a:gd name="T2" fmla="*/ 10 w 29"/>
                  <a:gd name="T3" fmla="*/ 1 h 30"/>
                  <a:gd name="T4" fmla="*/ 9 w 29"/>
                  <a:gd name="T5" fmla="*/ 5 h 30"/>
                  <a:gd name="T6" fmla="*/ 9 w 29"/>
                  <a:gd name="T7" fmla="*/ 6 h 30"/>
                  <a:gd name="T8" fmla="*/ 6 w 29"/>
                  <a:gd name="T9" fmla="*/ 12 h 30"/>
                  <a:gd name="T10" fmla="*/ 1 w 29"/>
                  <a:gd name="T11" fmla="*/ 9 h 30"/>
                  <a:gd name="T12" fmla="*/ 0 w 29"/>
                  <a:gd name="T13" fmla="*/ 10 h 30"/>
                  <a:gd name="T14" fmla="*/ 0 w 29"/>
                  <a:gd name="T15" fmla="*/ 11 h 30"/>
                  <a:gd name="T16" fmla="*/ 4 w 29"/>
                  <a:gd name="T17" fmla="*/ 16 h 30"/>
                  <a:gd name="T18" fmla="*/ 6 w 29"/>
                  <a:gd name="T19" fmla="*/ 16 h 30"/>
                  <a:gd name="T20" fmla="*/ 15 w 29"/>
                  <a:gd name="T21" fmla="*/ 13 h 30"/>
                  <a:gd name="T22" fmla="*/ 21 w 29"/>
                  <a:gd name="T23" fmla="*/ 16 h 30"/>
                  <a:gd name="T24" fmla="*/ 27 w 29"/>
                  <a:gd name="T25" fmla="*/ 20 h 30"/>
                  <a:gd name="T26" fmla="*/ 27 w 29"/>
                  <a:gd name="T27" fmla="*/ 20 h 30"/>
                  <a:gd name="T28" fmla="*/ 29 w 29"/>
                  <a:gd name="T29" fmla="*/ 19 h 30"/>
                  <a:gd name="T30" fmla="*/ 26 w 29"/>
                  <a:gd name="T31" fmla="*/ 13 h 30"/>
                  <a:gd name="T32" fmla="*/ 26 w 29"/>
                  <a:gd name="T33" fmla="*/ 11 h 30"/>
                  <a:gd name="T34" fmla="*/ 26 w 29"/>
                  <a:gd name="T35" fmla="*/ 10 h 30"/>
                  <a:gd name="T36" fmla="*/ 24 w 29"/>
                  <a:gd name="T37" fmla="*/ 13 h 30"/>
                  <a:gd name="T38" fmla="*/ 24 w 29"/>
                  <a:gd name="T39" fmla="*/ 14 h 30"/>
                  <a:gd name="T40" fmla="*/ 20 w 29"/>
                  <a:gd name="T41" fmla="*/ 10 h 30"/>
                  <a:gd name="T42" fmla="*/ 29 w 29"/>
                  <a:gd name="T43" fmla="*/ 2 h 30"/>
                  <a:gd name="T44" fmla="*/ 28 w 29"/>
                  <a:gd name="T45" fmla="*/ 0 h 30"/>
                  <a:gd name="T46" fmla="*/ 27 w 29"/>
                  <a:gd name="T47" fmla="*/ 0 h 30"/>
                  <a:gd name="T48" fmla="*/ 17 w 29"/>
                  <a:gd name="T49" fmla="*/ 8 h 30"/>
                  <a:gd name="T50" fmla="*/ 7 w 29"/>
                  <a:gd name="T51" fmla="*/ 27 h 30"/>
                  <a:gd name="T52" fmla="*/ 9 w 29"/>
                  <a:gd name="T53" fmla="*/ 23 h 30"/>
                  <a:gd name="T54" fmla="*/ 10 w 29"/>
                  <a:gd name="T55" fmla="*/ 17 h 30"/>
                  <a:gd name="T56" fmla="*/ 14 w 29"/>
                  <a:gd name="T57" fmla="*/ 18 h 30"/>
                  <a:gd name="T58" fmla="*/ 14 w 29"/>
                  <a:gd name="T59" fmla="*/ 25 h 30"/>
                  <a:gd name="T60" fmla="*/ 11 w 29"/>
                  <a:gd name="T61" fmla="*/ 30 h 30"/>
                  <a:gd name="T62" fmla="*/ 7 w 29"/>
                  <a:gd name="T63" fmla="*/ 29 h 30"/>
                  <a:gd name="T64" fmla="*/ 7 w 29"/>
                  <a:gd name="T65" fmla="*/ 27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9" h="30">
                    <a:moveTo>
                      <a:pt x="17" y="8"/>
                    </a:moveTo>
                    <a:cubicBezTo>
                      <a:pt x="14" y="8"/>
                      <a:pt x="11" y="2"/>
                      <a:pt x="10" y="1"/>
                    </a:cubicBezTo>
                    <a:cubicBezTo>
                      <a:pt x="9" y="2"/>
                      <a:pt x="9" y="3"/>
                      <a:pt x="9" y="5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9" y="8"/>
                      <a:pt x="17" y="12"/>
                      <a:pt x="6" y="12"/>
                    </a:cubicBezTo>
                    <a:cubicBezTo>
                      <a:pt x="5" y="12"/>
                      <a:pt x="4" y="9"/>
                      <a:pt x="1" y="9"/>
                    </a:cubicBezTo>
                    <a:cubicBezTo>
                      <a:pt x="0" y="9"/>
                      <a:pt x="0" y="9"/>
                      <a:pt x="0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3"/>
                      <a:pt x="2" y="16"/>
                      <a:pt x="4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10" y="16"/>
                      <a:pt x="13" y="14"/>
                      <a:pt x="15" y="13"/>
                    </a:cubicBezTo>
                    <a:cubicBezTo>
                      <a:pt x="17" y="14"/>
                      <a:pt x="19" y="14"/>
                      <a:pt x="21" y="16"/>
                    </a:cubicBezTo>
                    <a:cubicBezTo>
                      <a:pt x="22" y="16"/>
                      <a:pt x="26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20"/>
                      <a:pt x="28" y="19"/>
                      <a:pt x="29" y="19"/>
                    </a:cubicBezTo>
                    <a:cubicBezTo>
                      <a:pt x="29" y="16"/>
                      <a:pt x="28" y="15"/>
                      <a:pt x="26" y="13"/>
                    </a:cubicBezTo>
                    <a:cubicBezTo>
                      <a:pt x="26" y="13"/>
                      <a:pt x="26" y="11"/>
                      <a:pt x="26" y="11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2" y="8"/>
                      <a:pt x="29" y="6"/>
                      <a:pt x="29" y="2"/>
                    </a:cubicBezTo>
                    <a:cubicBezTo>
                      <a:pt x="29" y="0"/>
                      <a:pt x="29" y="1"/>
                      <a:pt x="28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6" y="0"/>
                      <a:pt x="21" y="8"/>
                      <a:pt x="17" y="8"/>
                    </a:cubicBezTo>
                    <a:close/>
                    <a:moveTo>
                      <a:pt x="7" y="27"/>
                    </a:moveTo>
                    <a:cubicBezTo>
                      <a:pt x="7" y="26"/>
                      <a:pt x="9" y="24"/>
                      <a:pt x="9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11" y="16"/>
                      <a:pt x="12" y="16"/>
                      <a:pt x="14" y="18"/>
                    </a:cubicBezTo>
                    <a:cubicBezTo>
                      <a:pt x="14" y="22"/>
                      <a:pt x="15" y="21"/>
                      <a:pt x="14" y="25"/>
                    </a:cubicBezTo>
                    <a:cubicBezTo>
                      <a:pt x="14" y="27"/>
                      <a:pt x="13" y="30"/>
                      <a:pt x="11" y="30"/>
                    </a:cubicBezTo>
                    <a:cubicBezTo>
                      <a:pt x="9" y="30"/>
                      <a:pt x="8" y="30"/>
                      <a:pt x="7" y="29"/>
                    </a:cubicBezTo>
                    <a:lnTo>
                      <a:pt x="7" y="2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4" name="ïṡlïḑé"/>
              <p:cNvSpPr/>
              <p:nvPr/>
            </p:nvSpPr>
            <p:spPr bwMode="auto">
              <a:xfrm>
                <a:off x="2806700" y="3025775"/>
                <a:ext cx="142875" cy="146050"/>
              </a:xfrm>
              <a:custGeom>
                <a:avLst/>
                <a:gdLst>
                  <a:gd name="T0" fmla="*/ 5 w 43"/>
                  <a:gd name="T1" fmla="*/ 14 h 44"/>
                  <a:gd name="T2" fmla="*/ 12 w 43"/>
                  <a:gd name="T3" fmla="*/ 3 h 44"/>
                  <a:gd name="T4" fmla="*/ 33 w 43"/>
                  <a:gd name="T5" fmla="*/ 25 h 44"/>
                  <a:gd name="T6" fmla="*/ 28 w 43"/>
                  <a:gd name="T7" fmla="*/ 28 h 44"/>
                  <a:gd name="T8" fmla="*/ 28 w 43"/>
                  <a:gd name="T9" fmla="*/ 30 h 44"/>
                  <a:gd name="T10" fmla="*/ 25 w 43"/>
                  <a:gd name="T11" fmla="*/ 32 h 44"/>
                  <a:gd name="T12" fmla="*/ 26 w 43"/>
                  <a:gd name="T13" fmla="*/ 33 h 44"/>
                  <a:gd name="T14" fmla="*/ 20 w 43"/>
                  <a:gd name="T15" fmla="*/ 38 h 44"/>
                  <a:gd name="T16" fmla="*/ 19 w 43"/>
                  <a:gd name="T17" fmla="*/ 38 h 44"/>
                  <a:gd name="T18" fmla="*/ 9 w 43"/>
                  <a:gd name="T19" fmla="*/ 26 h 44"/>
                  <a:gd name="T20" fmla="*/ 13 w 43"/>
                  <a:gd name="T21" fmla="*/ 20 h 44"/>
                  <a:gd name="T22" fmla="*/ 13 w 43"/>
                  <a:gd name="T23" fmla="*/ 21 h 44"/>
                  <a:gd name="T24" fmla="*/ 12 w 43"/>
                  <a:gd name="T25" fmla="*/ 27 h 44"/>
                  <a:gd name="T26" fmla="*/ 14 w 43"/>
                  <a:gd name="T27" fmla="*/ 30 h 44"/>
                  <a:gd name="T28" fmla="*/ 18 w 43"/>
                  <a:gd name="T29" fmla="*/ 29 h 44"/>
                  <a:gd name="T30" fmla="*/ 18 w 43"/>
                  <a:gd name="T31" fmla="*/ 31 h 44"/>
                  <a:gd name="T32" fmla="*/ 22 w 43"/>
                  <a:gd name="T33" fmla="*/ 33 h 44"/>
                  <a:gd name="T34" fmla="*/ 27 w 43"/>
                  <a:gd name="T35" fmla="*/ 17 h 44"/>
                  <a:gd name="T36" fmla="*/ 25 w 43"/>
                  <a:gd name="T37" fmla="*/ 15 h 44"/>
                  <a:gd name="T38" fmla="*/ 16 w 43"/>
                  <a:gd name="T39" fmla="*/ 19 h 44"/>
                  <a:gd name="T40" fmla="*/ 12 w 43"/>
                  <a:gd name="T41" fmla="*/ 14 h 44"/>
                  <a:gd name="T42" fmla="*/ 11 w 43"/>
                  <a:gd name="T43" fmla="*/ 14 h 44"/>
                  <a:gd name="T44" fmla="*/ 7 w 43"/>
                  <a:gd name="T45" fmla="*/ 23 h 44"/>
                  <a:gd name="T46" fmla="*/ 5 w 43"/>
                  <a:gd name="T47" fmla="*/ 14 h 44"/>
                  <a:gd name="T48" fmla="*/ 0 w 43"/>
                  <a:gd name="T49" fmla="*/ 20 h 44"/>
                  <a:gd name="T50" fmla="*/ 10 w 43"/>
                  <a:gd name="T51" fmla="*/ 33 h 44"/>
                  <a:gd name="T52" fmla="*/ 21 w 43"/>
                  <a:gd name="T53" fmla="*/ 44 h 44"/>
                  <a:gd name="T54" fmla="*/ 21 w 43"/>
                  <a:gd name="T55" fmla="*/ 41 h 44"/>
                  <a:gd name="T56" fmla="*/ 23 w 43"/>
                  <a:gd name="T57" fmla="*/ 41 h 44"/>
                  <a:gd name="T58" fmla="*/ 28 w 43"/>
                  <a:gd name="T59" fmla="*/ 36 h 44"/>
                  <a:gd name="T60" fmla="*/ 36 w 43"/>
                  <a:gd name="T61" fmla="*/ 32 h 44"/>
                  <a:gd name="T62" fmla="*/ 30 w 43"/>
                  <a:gd name="T63" fmla="*/ 14 h 44"/>
                  <a:gd name="T64" fmla="*/ 13 w 43"/>
                  <a:gd name="T65" fmla="*/ 0 h 44"/>
                  <a:gd name="T66" fmla="*/ 0 w 43"/>
                  <a:gd name="T67" fmla="*/ 20 h 44"/>
                  <a:gd name="T68" fmla="*/ 23 w 43"/>
                  <a:gd name="T69" fmla="*/ 20 h 44"/>
                  <a:gd name="T70" fmla="*/ 24 w 43"/>
                  <a:gd name="T71" fmla="*/ 21 h 44"/>
                  <a:gd name="T72" fmla="*/ 25 w 43"/>
                  <a:gd name="T73" fmla="*/ 20 h 44"/>
                  <a:gd name="T74" fmla="*/ 23 w 43"/>
                  <a:gd name="T75" fmla="*/ 19 h 44"/>
                  <a:gd name="T76" fmla="*/ 23 w 43"/>
                  <a:gd name="T77" fmla="*/ 2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3" h="44">
                    <a:moveTo>
                      <a:pt x="5" y="14"/>
                    </a:moveTo>
                    <a:cubicBezTo>
                      <a:pt x="5" y="10"/>
                      <a:pt x="9" y="5"/>
                      <a:pt x="12" y="3"/>
                    </a:cubicBezTo>
                    <a:cubicBezTo>
                      <a:pt x="17" y="6"/>
                      <a:pt x="33" y="18"/>
                      <a:pt x="33" y="25"/>
                    </a:cubicBezTo>
                    <a:cubicBezTo>
                      <a:pt x="33" y="27"/>
                      <a:pt x="30" y="27"/>
                      <a:pt x="28" y="28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6" y="33"/>
                      <a:pt x="26" y="33"/>
                      <a:pt x="26" y="33"/>
                    </a:cubicBezTo>
                    <a:cubicBezTo>
                      <a:pt x="24" y="35"/>
                      <a:pt x="23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6"/>
                      <a:pt x="9" y="29"/>
                      <a:pt x="9" y="26"/>
                    </a:cubicBezTo>
                    <a:cubicBezTo>
                      <a:pt x="9" y="24"/>
                      <a:pt x="11" y="20"/>
                      <a:pt x="13" y="20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3" y="24"/>
                      <a:pt x="13" y="26"/>
                      <a:pt x="12" y="27"/>
                    </a:cubicBezTo>
                    <a:cubicBezTo>
                      <a:pt x="12" y="29"/>
                      <a:pt x="13" y="30"/>
                      <a:pt x="14" y="30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2"/>
                      <a:pt x="20" y="33"/>
                      <a:pt x="22" y="33"/>
                    </a:cubicBezTo>
                    <a:cubicBezTo>
                      <a:pt x="26" y="33"/>
                      <a:pt x="26" y="21"/>
                      <a:pt x="27" y="17"/>
                    </a:cubicBezTo>
                    <a:cubicBezTo>
                      <a:pt x="26" y="17"/>
                      <a:pt x="26" y="15"/>
                      <a:pt x="25" y="15"/>
                    </a:cubicBezTo>
                    <a:cubicBezTo>
                      <a:pt x="19" y="15"/>
                      <a:pt x="21" y="19"/>
                      <a:pt x="16" y="19"/>
                    </a:cubicBezTo>
                    <a:cubicBezTo>
                      <a:pt x="15" y="18"/>
                      <a:pt x="14" y="14"/>
                      <a:pt x="12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8" y="14"/>
                      <a:pt x="8" y="21"/>
                      <a:pt x="7" y="23"/>
                    </a:cubicBezTo>
                    <a:cubicBezTo>
                      <a:pt x="5" y="22"/>
                      <a:pt x="5" y="18"/>
                      <a:pt x="5" y="14"/>
                    </a:cubicBezTo>
                    <a:close/>
                    <a:moveTo>
                      <a:pt x="0" y="20"/>
                    </a:moveTo>
                    <a:cubicBezTo>
                      <a:pt x="0" y="28"/>
                      <a:pt x="6" y="29"/>
                      <a:pt x="10" y="33"/>
                    </a:cubicBezTo>
                    <a:cubicBezTo>
                      <a:pt x="14" y="37"/>
                      <a:pt x="14" y="44"/>
                      <a:pt x="21" y="44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1"/>
                      <a:pt x="28" y="37"/>
                      <a:pt x="28" y="36"/>
                    </a:cubicBezTo>
                    <a:cubicBezTo>
                      <a:pt x="30" y="32"/>
                      <a:pt x="29" y="32"/>
                      <a:pt x="36" y="32"/>
                    </a:cubicBezTo>
                    <a:cubicBezTo>
                      <a:pt x="43" y="21"/>
                      <a:pt x="36" y="20"/>
                      <a:pt x="30" y="14"/>
                    </a:cubicBezTo>
                    <a:cubicBezTo>
                      <a:pt x="27" y="10"/>
                      <a:pt x="18" y="0"/>
                      <a:pt x="13" y="0"/>
                    </a:cubicBezTo>
                    <a:cubicBezTo>
                      <a:pt x="7" y="0"/>
                      <a:pt x="0" y="13"/>
                      <a:pt x="0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1"/>
                      <a:pt x="24" y="21"/>
                    </a:cubicBezTo>
                    <a:cubicBezTo>
                      <a:pt x="24" y="21"/>
                      <a:pt x="25" y="21"/>
                      <a:pt x="25" y="20"/>
                    </a:cubicBezTo>
                    <a:cubicBezTo>
                      <a:pt x="25" y="20"/>
                      <a:pt x="24" y="19"/>
                      <a:pt x="23" y="19"/>
                    </a:cubicBezTo>
                    <a:cubicBezTo>
                      <a:pt x="23" y="19"/>
                      <a:pt x="23" y="20"/>
                      <a:pt x="23" y="20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5" name="íṥḻïḋe"/>
              <p:cNvSpPr/>
              <p:nvPr/>
            </p:nvSpPr>
            <p:spPr bwMode="auto">
              <a:xfrm>
                <a:off x="3189288" y="3128963"/>
                <a:ext cx="131763" cy="55563"/>
              </a:xfrm>
              <a:custGeom>
                <a:avLst/>
                <a:gdLst>
                  <a:gd name="T0" fmla="*/ 23 w 40"/>
                  <a:gd name="T1" fmla="*/ 17 h 17"/>
                  <a:gd name="T2" fmla="*/ 20 w 40"/>
                  <a:gd name="T3" fmla="*/ 10 h 17"/>
                  <a:gd name="T4" fmla="*/ 30 w 40"/>
                  <a:gd name="T5" fmla="*/ 6 h 17"/>
                  <a:gd name="T6" fmla="*/ 33 w 40"/>
                  <a:gd name="T7" fmla="*/ 6 h 17"/>
                  <a:gd name="T8" fmla="*/ 40 w 40"/>
                  <a:gd name="T9" fmla="*/ 6 h 17"/>
                  <a:gd name="T10" fmla="*/ 0 w 40"/>
                  <a:gd name="T11" fmla="*/ 0 h 17"/>
                  <a:gd name="T12" fmla="*/ 12 w 40"/>
                  <a:gd name="T13" fmla="*/ 8 h 17"/>
                  <a:gd name="T14" fmla="*/ 23 w 40"/>
                  <a:gd name="T1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17">
                    <a:moveTo>
                      <a:pt x="23" y="17"/>
                    </a:moveTo>
                    <a:cubicBezTo>
                      <a:pt x="22" y="14"/>
                      <a:pt x="20" y="13"/>
                      <a:pt x="20" y="10"/>
                    </a:cubicBezTo>
                    <a:cubicBezTo>
                      <a:pt x="20" y="7"/>
                      <a:pt x="27" y="6"/>
                      <a:pt x="30" y="6"/>
                    </a:cubicBezTo>
                    <a:cubicBezTo>
                      <a:pt x="33" y="6"/>
                      <a:pt x="33" y="6"/>
                      <a:pt x="33" y="6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35" y="4"/>
                      <a:pt x="9" y="0"/>
                      <a:pt x="0" y="0"/>
                    </a:cubicBezTo>
                    <a:cubicBezTo>
                      <a:pt x="1" y="1"/>
                      <a:pt x="10" y="6"/>
                      <a:pt x="12" y="8"/>
                    </a:cubicBezTo>
                    <a:cubicBezTo>
                      <a:pt x="16" y="10"/>
                      <a:pt x="20" y="15"/>
                      <a:pt x="23" y="17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6" name="ísļïḓê"/>
              <p:cNvSpPr/>
              <p:nvPr/>
            </p:nvSpPr>
            <p:spPr bwMode="auto">
              <a:xfrm>
                <a:off x="3657600" y="3175000"/>
                <a:ext cx="139700" cy="127000"/>
              </a:xfrm>
              <a:custGeom>
                <a:avLst/>
                <a:gdLst>
                  <a:gd name="T0" fmla="*/ 32 w 42"/>
                  <a:gd name="T1" fmla="*/ 3 h 38"/>
                  <a:gd name="T2" fmla="*/ 29 w 42"/>
                  <a:gd name="T3" fmla="*/ 7 h 38"/>
                  <a:gd name="T4" fmla="*/ 30 w 42"/>
                  <a:gd name="T5" fmla="*/ 9 h 38"/>
                  <a:gd name="T6" fmla="*/ 37 w 42"/>
                  <a:gd name="T7" fmla="*/ 5 h 38"/>
                  <a:gd name="T8" fmla="*/ 32 w 42"/>
                  <a:gd name="T9" fmla="*/ 3 h 38"/>
                  <a:gd name="T10" fmla="*/ 10 w 42"/>
                  <a:gd name="T11" fmla="*/ 15 h 38"/>
                  <a:gd name="T12" fmla="*/ 15 w 42"/>
                  <a:gd name="T13" fmla="*/ 9 h 38"/>
                  <a:gd name="T14" fmla="*/ 34 w 42"/>
                  <a:gd name="T15" fmla="*/ 17 h 38"/>
                  <a:gd name="T16" fmla="*/ 32 w 42"/>
                  <a:gd name="T17" fmla="*/ 14 h 38"/>
                  <a:gd name="T18" fmla="*/ 36 w 42"/>
                  <a:gd name="T19" fmla="*/ 9 h 38"/>
                  <a:gd name="T20" fmla="*/ 36 w 42"/>
                  <a:gd name="T21" fmla="*/ 14 h 38"/>
                  <a:gd name="T22" fmla="*/ 42 w 42"/>
                  <a:gd name="T23" fmla="*/ 22 h 38"/>
                  <a:gd name="T24" fmla="*/ 39 w 42"/>
                  <a:gd name="T25" fmla="*/ 25 h 38"/>
                  <a:gd name="T26" fmla="*/ 38 w 42"/>
                  <a:gd name="T27" fmla="*/ 25 h 38"/>
                  <a:gd name="T28" fmla="*/ 34 w 42"/>
                  <a:gd name="T29" fmla="*/ 21 h 38"/>
                  <a:gd name="T30" fmla="*/ 29 w 42"/>
                  <a:gd name="T31" fmla="*/ 18 h 38"/>
                  <a:gd name="T32" fmla="*/ 31 w 42"/>
                  <a:gd name="T33" fmla="*/ 24 h 38"/>
                  <a:gd name="T34" fmla="*/ 28 w 42"/>
                  <a:gd name="T35" fmla="*/ 30 h 38"/>
                  <a:gd name="T36" fmla="*/ 27 w 42"/>
                  <a:gd name="T37" fmla="*/ 30 h 38"/>
                  <a:gd name="T38" fmla="*/ 23 w 42"/>
                  <a:gd name="T39" fmla="*/ 27 h 38"/>
                  <a:gd name="T40" fmla="*/ 20 w 42"/>
                  <a:gd name="T41" fmla="*/ 28 h 38"/>
                  <a:gd name="T42" fmla="*/ 19 w 42"/>
                  <a:gd name="T43" fmla="*/ 28 h 38"/>
                  <a:gd name="T44" fmla="*/ 14 w 42"/>
                  <a:gd name="T45" fmla="*/ 29 h 38"/>
                  <a:gd name="T46" fmla="*/ 19 w 42"/>
                  <a:gd name="T47" fmla="*/ 36 h 38"/>
                  <a:gd name="T48" fmla="*/ 19 w 42"/>
                  <a:gd name="T49" fmla="*/ 36 h 38"/>
                  <a:gd name="T50" fmla="*/ 17 w 42"/>
                  <a:gd name="T51" fmla="*/ 38 h 38"/>
                  <a:gd name="T52" fmla="*/ 11 w 42"/>
                  <a:gd name="T53" fmla="*/ 32 h 38"/>
                  <a:gd name="T54" fmla="*/ 7 w 42"/>
                  <a:gd name="T55" fmla="*/ 34 h 38"/>
                  <a:gd name="T56" fmla="*/ 0 w 42"/>
                  <a:gd name="T57" fmla="*/ 26 h 38"/>
                  <a:gd name="T58" fmla="*/ 3 w 42"/>
                  <a:gd name="T59" fmla="*/ 20 h 38"/>
                  <a:gd name="T60" fmla="*/ 10 w 42"/>
                  <a:gd name="T61" fmla="*/ 30 h 38"/>
                  <a:gd name="T62" fmla="*/ 3 w 42"/>
                  <a:gd name="T63" fmla="*/ 17 h 38"/>
                  <a:gd name="T64" fmla="*/ 8 w 42"/>
                  <a:gd name="T65" fmla="*/ 21 h 38"/>
                  <a:gd name="T66" fmla="*/ 13 w 42"/>
                  <a:gd name="T67" fmla="*/ 27 h 38"/>
                  <a:gd name="T68" fmla="*/ 19 w 42"/>
                  <a:gd name="T69" fmla="*/ 25 h 38"/>
                  <a:gd name="T70" fmla="*/ 16 w 42"/>
                  <a:gd name="T71" fmla="*/ 21 h 38"/>
                  <a:gd name="T72" fmla="*/ 18 w 42"/>
                  <a:gd name="T73" fmla="*/ 20 h 38"/>
                  <a:gd name="T74" fmla="*/ 18 w 42"/>
                  <a:gd name="T75" fmla="*/ 20 h 38"/>
                  <a:gd name="T76" fmla="*/ 22 w 42"/>
                  <a:gd name="T77" fmla="*/ 24 h 38"/>
                  <a:gd name="T78" fmla="*/ 27 w 42"/>
                  <a:gd name="T79" fmla="*/ 26 h 38"/>
                  <a:gd name="T80" fmla="*/ 28 w 42"/>
                  <a:gd name="T81" fmla="*/ 25 h 38"/>
                  <a:gd name="T82" fmla="*/ 28 w 42"/>
                  <a:gd name="T83" fmla="*/ 22 h 38"/>
                  <a:gd name="T84" fmla="*/ 23 w 42"/>
                  <a:gd name="T85" fmla="*/ 18 h 38"/>
                  <a:gd name="T86" fmla="*/ 18 w 42"/>
                  <a:gd name="T87" fmla="*/ 15 h 38"/>
                  <a:gd name="T88" fmla="*/ 12 w 42"/>
                  <a:gd name="T89" fmla="*/ 19 h 38"/>
                  <a:gd name="T90" fmla="*/ 11 w 42"/>
                  <a:gd name="T91" fmla="*/ 18 h 38"/>
                  <a:gd name="T92" fmla="*/ 11 w 42"/>
                  <a:gd name="T93" fmla="*/ 17 h 38"/>
                  <a:gd name="T94" fmla="*/ 10 w 42"/>
                  <a:gd name="T95" fmla="*/ 1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2" h="38">
                    <a:moveTo>
                      <a:pt x="32" y="3"/>
                    </a:moveTo>
                    <a:cubicBezTo>
                      <a:pt x="31" y="4"/>
                      <a:pt x="29" y="6"/>
                      <a:pt x="29" y="7"/>
                    </a:cubicBezTo>
                    <a:cubicBezTo>
                      <a:pt x="29" y="9"/>
                      <a:pt x="29" y="9"/>
                      <a:pt x="30" y="9"/>
                    </a:cubicBezTo>
                    <a:cubicBezTo>
                      <a:pt x="33" y="8"/>
                      <a:pt x="35" y="7"/>
                      <a:pt x="37" y="5"/>
                    </a:cubicBezTo>
                    <a:cubicBezTo>
                      <a:pt x="42" y="0"/>
                      <a:pt x="35" y="3"/>
                      <a:pt x="32" y="3"/>
                    </a:cubicBezTo>
                    <a:close/>
                    <a:moveTo>
                      <a:pt x="10" y="15"/>
                    </a:moveTo>
                    <a:cubicBezTo>
                      <a:pt x="15" y="9"/>
                      <a:pt x="15" y="9"/>
                      <a:pt x="15" y="9"/>
                    </a:cubicBezTo>
                    <a:cubicBezTo>
                      <a:pt x="20" y="12"/>
                      <a:pt x="28" y="16"/>
                      <a:pt x="34" y="17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3" y="12"/>
                      <a:pt x="34" y="9"/>
                      <a:pt x="36" y="9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8"/>
                      <a:pt x="42" y="17"/>
                      <a:pt x="42" y="22"/>
                    </a:cubicBezTo>
                    <a:cubicBezTo>
                      <a:pt x="42" y="23"/>
                      <a:pt x="40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6" y="25"/>
                      <a:pt x="35" y="22"/>
                      <a:pt x="34" y="21"/>
                    </a:cubicBezTo>
                    <a:cubicBezTo>
                      <a:pt x="33" y="20"/>
                      <a:pt x="31" y="19"/>
                      <a:pt x="29" y="18"/>
                    </a:cubicBezTo>
                    <a:cubicBezTo>
                      <a:pt x="30" y="20"/>
                      <a:pt x="31" y="21"/>
                      <a:pt x="31" y="24"/>
                    </a:cubicBezTo>
                    <a:cubicBezTo>
                      <a:pt x="31" y="26"/>
                      <a:pt x="30" y="30"/>
                      <a:pt x="28" y="30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5" y="30"/>
                      <a:pt x="25" y="27"/>
                      <a:pt x="23" y="27"/>
                    </a:cubicBezTo>
                    <a:cubicBezTo>
                      <a:pt x="22" y="28"/>
                      <a:pt x="22" y="28"/>
                      <a:pt x="20" y="28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17" y="28"/>
                      <a:pt x="14" y="27"/>
                      <a:pt x="14" y="29"/>
                    </a:cubicBezTo>
                    <a:cubicBezTo>
                      <a:pt x="14" y="31"/>
                      <a:pt x="19" y="32"/>
                      <a:pt x="19" y="36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8"/>
                      <a:pt x="18" y="38"/>
                      <a:pt x="17" y="38"/>
                    </a:cubicBezTo>
                    <a:cubicBezTo>
                      <a:pt x="16" y="38"/>
                      <a:pt x="13" y="33"/>
                      <a:pt x="11" y="32"/>
                    </a:cubicBezTo>
                    <a:cubicBezTo>
                      <a:pt x="10" y="32"/>
                      <a:pt x="8" y="34"/>
                      <a:pt x="7" y="34"/>
                    </a:cubicBezTo>
                    <a:cubicBezTo>
                      <a:pt x="5" y="34"/>
                      <a:pt x="0" y="29"/>
                      <a:pt x="0" y="26"/>
                    </a:cubicBezTo>
                    <a:cubicBezTo>
                      <a:pt x="0" y="23"/>
                      <a:pt x="1" y="21"/>
                      <a:pt x="3" y="20"/>
                    </a:cubicBezTo>
                    <a:cubicBezTo>
                      <a:pt x="4" y="25"/>
                      <a:pt x="3" y="30"/>
                      <a:pt x="10" y="30"/>
                    </a:cubicBezTo>
                    <a:cubicBezTo>
                      <a:pt x="9" y="26"/>
                      <a:pt x="3" y="26"/>
                      <a:pt x="3" y="17"/>
                    </a:cubicBezTo>
                    <a:cubicBezTo>
                      <a:pt x="7" y="17"/>
                      <a:pt x="7" y="19"/>
                      <a:pt x="8" y="21"/>
                    </a:cubicBezTo>
                    <a:cubicBezTo>
                      <a:pt x="10" y="24"/>
                      <a:pt x="11" y="24"/>
                      <a:pt x="13" y="27"/>
                    </a:cubicBezTo>
                    <a:cubicBezTo>
                      <a:pt x="16" y="25"/>
                      <a:pt x="15" y="25"/>
                      <a:pt x="19" y="25"/>
                    </a:cubicBezTo>
                    <a:cubicBezTo>
                      <a:pt x="18" y="22"/>
                      <a:pt x="16" y="23"/>
                      <a:pt x="16" y="21"/>
                    </a:cubicBezTo>
                    <a:cubicBezTo>
                      <a:pt x="16" y="20"/>
                      <a:pt x="17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9" y="20"/>
                      <a:pt x="21" y="23"/>
                      <a:pt x="22" y="24"/>
                    </a:cubicBezTo>
                    <a:cubicBezTo>
                      <a:pt x="23" y="25"/>
                      <a:pt x="25" y="25"/>
                      <a:pt x="27" y="26"/>
                    </a:cubicBezTo>
                    <a:cubicBezTo>
                      <a:pt x="28" y="25"/>
                      <a:pt x="28" y="25"/>
                      <a:pt x="28" y="25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26" y="21"/>
                      <a:pt x="25" y="19"/>
                      <a:pt x="23" y="18"/>
                    </a:cubicBezTo>
                    <a:cubicBezTo>
                      <a:pt x="22" y="17"/>
                      <a:pt x="19" y="16"/>
                      <a:pt x="18" y="15"/>
                    </a:cubicBezTo>
                    <a:cubicBezTo>
                      <a:pt x="14" y="17"/>
                      <a:pt x="17" y="19"/>
                      <a:pt x="12" y="19"/>
                    </a:cubicBezTo>
                    <a:cubicBezTo>
                      <a:pt x="12" y="19"/>
                      <a:pt x="11" y="19"/>
                      <a:pt x="11" y="18"/>
                    </a:cubicBezTo>
                    <a:cubicBezTo>
                      <a:pt x="11" y="17"/>
                      <a:pt x="11" y="17"/>
                      <a:pt x="11" y="17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7" name="ïṩḻîḋè"/>
              <p:cNvSpPr/>
              <p:nvPr/>
            </p:nvSpPr>
            <p:spPr bwMode="auto">
              <a:xfrm>
                <a:off x="2708275" y="3181350"/>
                <a:ext cx="134938" cy="120650"/>
              </a:xfrm>
              <a:custGeom>
                <a:avLst/>
                <a:gdLst>
                  <a:gd name="T0" fmla="*/ 13 w 41"/>
                  <a:gd name="T1" fmla="*/ 12 h 36"/>
                  <a:gd name="T2" fmla="*/ 8 w 41"/>
                  <a:gd name="T3" fmla="*/ 10 h 36"/>
                  <a:gd name="T4" fmla="*/ 0 w 41"/>
                  <a:gd name="T5" fmla="*/ 16 h 36"/>
                  <a:gd name="T6" fmla="*/ 11 w 41"/>
                  <a:gd name="T7" fmla="*/ 21 h 36"/>
                  <a:gd name="T8" fmla="*/ 13 w 41"/>
                  <a:gd name="T9" fmla="*/ 30 h 36"/>
                  <a:gd name="T10" fmla="*/ 10 w 41"/>
                  <a:gd name="T11" fmla="*/ 33 h 36"/>
                  <a:gd name="T12" fmla="*/ 16 w 41"/>
                  <a:gd name="T13" fmla="*/ 35 h 36"/>
                  <a:gd name="T14" fmla="*/ 19 w 41"/>
                  <a:gd name="T15" fmla="*/ 36 h 36"/>
                  <a:gd name="T16" fmla="*/ 20 w 41"/>
                  <a:gd name="T17" fmla="*/ 36 h 36"/>
                  <a:gd name="T18" fmla="*/ 25 w 41"/>
                  <a:gd name="T19" fmla="*/ 34 h 36"/>
                  <a:gd name="T20" fmla="*/ 25 w 41"/>
                  <a:gd name="T21" fmla="*/ 32 h 36"/>
                  <a:gd name="T22" fmla="*/ 29 w 41"/>
                  <a:gd name="T23" fmla="*/ 30 h 36"/>
                  <a:gd name="T24" fmla="*/ 30 w 41"/>
                  <a:gd name="T25" fmla="*/ 28 h 36"/>
                  <a:gd name="T26" fmla="*/ 30 w 41"/>
                  <a:gd name="T27" fmla="*/ 28 h 36"/>
                  <a:gd name="T28" fmla="*/ 41 w 41"/>
                  <a:gd name="T29" fmla="*/ 28 h 36"/>
                  <a:gd name="T30" fmla="*/ 36 w 41"/>
                  <a:gd name="T31" fmla="*/ 23 h 36"/>
                  <a:gd name="T32" fmla="*/ 29 w 41"/>
                  <a:gd name="T33" fmla="*/ 20 h 36"/>
                  <a:gd name="T34" fmla="*/ 27 w 41"/>
                  <a:gd name="T35" fmla="*/ 12 h 36"/>
                  <a:gd name="T36" fmla="*/ 28 w 41"/>
                  <a:gd name="T37" fmla="*/ 7 h 36"/>
                  <a:gd name="T38" fmla="*/ 26 w 41"/>
                  <a:gd name="T39" fmla="*/ 6 h 36"/>
                  <a:gd name="T40" fmla="*/ 21 w 41"/>
                  <a:gd name="T41" fmla="*/ 11 h 36"/>
                  <a:gd name="T42" fmla="*/ 20 w 41"/>
                  <a:gd name="T43" fmla="*/ 6 h 36"/>
                  <a:gd name="T44" fmla="*/ 17 w 41"/>
                  <a:gd name="T45" fmla="*/ 0 h 36"/>
                  <a:gd name="T46" fmla="*/ 13 w 41"/>
                  <a:gd name="T47" fmla="*/ 12 h 36"/>
                  <a:gd name="T48" fmla="*/ 16 w 41"/>
                  <a:gd name="T49" fmla="*/ 14 h 36"/>
                  <a:gd name="T50" fmla="*/ 17 w 41"/>
                  <a:gd name="T51" fmla="*/ 9 h 36"/>
                  <a:gd name="T52" fmla="*/ 18 w 41"/>
                  <a:gd name="T53" fmla="*/ 9 h 36"/>
                  <a:gd name="T54" fmla="*/ 21 w 41"/>
                  <a:gd name="T55" fmla="*/ 16 h 36"/>
                  <a:gd name="T56" fmla="*/ 16 w 41"/>
                  <a:gd name="T57" fmla="*/ 14 h 36"/>
                  <a:gd name="T58" fmla="*/ 19 w 41"/>
                  <a:gd name="T59" fmla="*/ 29 h 36"/>
                  <a:gd name="T60" fmla="*/ 18 w 41"/>
                  <a:gd name="T61" fmla="*/ 25 h 36"/>
                  <a:gd name="T62" fmla="*/ 21 w 41"/>
                  <a:gd name="T63" fmla="*/ 25 h 36"/>
                  <a:gd name="T64" fmla="*/ 25 w 41"/>
                  <a:gd name="T65" fmla="*/ 27 h 36"/>
                  <a:gd name="T66" fmla="*/ 19 w 41"/>
                  <a:gd name="T67" fmla="*/ 29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1" h="36">
                    <a:moveTo>
                      <a:pt x="13" y="12"/>
                    </a:moveTo>
                    <a:cubicBezTo>
                      <a:pt x="8" y="10"/>
                      <a:pt x="8" y="10"/>
                      <a:pt x="8" y="10"/>
                    </a:cubicBezTo>
                    <a:cubicBezTo>
                      <a:pt x="6" y="11"/>
                      <a:pt x="0" y="15"/>
                      <a:pt x="0" y="16"/>
                    </a:cubicBezTo>
                    <a:cubicBezTo>
                      <a:pt x="0" y="18"/>
                      <a:pt x="9" y="21"/>
                      <a:pt x="11" y="21"/>
                    </a:cubicBezTo>
                    <a:cubicBezTo>
                      <a:pt x="12" y="23"/>
                      <a:pt x="13" y="30"/>
                      <a:pt x="13" y="30"/>
                    </a:cubicBezTo>
                    <a:cubicBezTo>
                      <a:pt x="13" y="32"/>
                      <a:pt x="12" y="32"/>
                      <a:pt x="10" y="33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1" y="36"/>
                      <a:pt x="20" y="34"/>
                      <a:pt x="25" y="34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0"/>
                      <a:pt x="27" y="30"/>
                      <a:pt x="29" y="30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9" y="25"/>
                      <a:pt x="37" y="26"/>
                      <a:pt x="36" y="23"/>
                    </a:cubicBezTo>
                    <a:cubicBezTo>
                      <a:pt x="34" y="21"/>
                      <a:pt x="32" y="22"/>
                      <a:pt x="29" y="20"/>
                    </a:cubicBezTo>
                    <a:cubicBezTo>
                      <a:pt x="29" y="15"/>
                      <a:pt x="27" y="14"/>
                      <a:pt x="27" y="12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6"/>
                      <a:pt x="26" y="6"/>
                    </a:cubicBezTo>
                    <a:cubicBezTo>
                      <a:pt x="23" y="6"/>
                      <a:pt x="25" y="11"/>
                      <a:pt x="21" y="11"/>
                    </a:cubicBezTo>
                    <a:cubicBezTo>
                      <a:pt x="21" y="10"/>
                      <a:pt x="20" y="7"/>
                      <a:pt x="20" y="6"/>
                    </a:cubicBezTo>
                    <a:cubicBezTo>
                      <a:pt x="19" y="4"/>
                      <a:pt x="18" y="1"/>
                      <a:pt x="17" y="0"/>
                    </a:cubicBezTo>
                    <a:cubicBezTo>
                      <a:pt x="13" y="1"/>
                      <a:pt x="14" y="8"/>
                      <a:pt x="13" y="12"/>
                    </a:cubicBezTo>
                    <a:close/>
                    <a:moveTo>
                      <a:pt x="16" y="14"/>
                    </a:moveTo>
                    <a:cubicBezTo>
                      <a:pt x="17" y="9"/>
                      <a:pt x="17" y="9"/>
                      <a:pt x="17" y="9"/>
                    </a:cubicBezTo>
                    <a:cubicBezTo>
                      <a:pt x="17" y="9"/>
                      <a:pt x="18" y="9"/>
                      <a:pt x="18" y="9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7"/>
                      <a:pt x="18" y="16"/>
                      <a:pt x="16" y="14"/>
                    </a:cubicBezTo>
                    <a:close/>
                    <a:moveTo>
                      <a:pt x="19" y="29"/>
                    </a:moveTo>
                    <a:cubicBezTo>
                      <a:pt x="18" y="28"/>
                      <a:pt x="18" y="27"/>
                      <a:pt x="18" y="25"/>
                    </a:cubicBezTo>
                    <a:cubicBezTo>
                      <a:pt x="19" y="24"/>
                      <a:pt x="20" y="24"/>
                      <a:pt x="21" y="25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29"/>
                      <a:pt x="23" y="29"/>
                      <a:pt x="19" y="29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8" name="işliḍe"/>
              <p:cNvSpPr/>
              <p:nvPr/>
            </p:nvSpPr>
            <p:spPr bwMode="auto">
              <a:xfrm>
                <a:off x="3124200" y="3178175"/>
                <a:ext cx="361950" cy="382588"/>
              </a:xfrm>
              <a:custGeom>
                <a:avLst/>
                <a:gdLst>
                  <a:gd name="T0" fmla="*/ 73 w 110"/>
                  <a:gd name="T1" fmla="*/ 32 h 115"/>
                  <a:gd name="T2" fmla="*/ 73 w 110"/>
                  <a:gd name="T3" fmla="*/ 34 h 115"/>
                  <a:gd name="T4" fmla="*/ 48 w 110"/>
                  <a:gd name="T5" fmla="*/ 86 h 115"/>
                  <a:gd name="T6" fmla="*/ 25 w 110"/>
                  <a:gd name="T7" fmla="*/ 102 h 115"/>
                  <a:gd name="T8" fmla="*/ 0 w 110"/>
                  <a:gd name="T9" fmla="*/ 115 h 115"/>
                  <a:gd name="T10" fmla="*/ 29 w 110"/>
                  <a:gd name="T11" fmla="*/ 102 h 115"/>
                  <a:gd name="T12" fmla="*/ 53 w 110"/>
                  <a:gd name="T13" fmla="*/ 83 h 115"/>
                  <a:gd name="T14" fmla="*/ 70 w 110"/>
                  <a:gd name="T15" fmla="*/ 58 h 115"/>
                  <a:gd name="T16" fmla="*/ 75 w 110"/>
                  <a:gd name="T17" fmla="*/ 42 h 115"/>
                  <a:gd name="T18" fmla="*/ 75 w 110"/>
                  <a:gd name="T19" fmla="*/ 22 h 115"/>
                  <a:gd name="T20" fmla="*/ 81 w 110"/>
                  <a:gd name="T21" fmla="*/ 48 h 115"/>
                  <a:gd name="T22" fmla="*/ 81 w 110"/>
                  <a:gd name="T23" fmla="*/ 49 h 115"/>
                  <a:gd name="T24" fmla="*/ 70 w 110"/>
                  <a:gd name="T25" fmla="*/ 82 h 115"/>
                  <a:gd name="T26" fmla="*/ 62 w 110"/>
                  <a:gd name="T27" fmla="*/ 95 h 115"/>
                  <a:gd name="T28" fmla="*/ 51 w 110"/>
                  <a:gd name="T29" fmla="*/ 107 h 115"/>
                  <a:gd name="T30" fmla="*/ 72 w 110"/>
                  <a:gd name="T31" fmla="*/ 83 h 115"/>
                  <a:gd name="T32" fmla="*/ 83 w 110"/>
                  <a:gd name="T33" fmla="*/ 49 h 115"/>
                  <a:gd name="T34" fmla="*/ 83 w 110"/>
                  <a:gd name="T35" fmla="*/ 47 h 115"/>
                  <a:gd name="T36" fmla="*/ 80 w 110"/>
                  <a:gd name="T37" fmla="*/ 31 h 115"/>
                  <a:gd name="T38" fmla="*/ 75 w 110"/>
                  <a:gd name="T39" fmla="*/ 18 h 115"/>
                  <a:gd name="T40" fmla="*/ 87 w 110"/>
                  <a:gd name="T41" fmla="*/ 36 h 115"/>
                  <a:gd name="T42" fmla="*/ 92 w 110"/>
                  <a:gd name="T43" fmla="*/ 62 h 115"/>
                  <a:gd name="T44" fmla="*/ 87 w 110"/>
                  <a:gd name="T45" fmla="*/ 88 h 115"/>
                  <a:gd name="T46" fmla="*/ 83 w 110"/>
                  <a:gd name="T47" fmla="*/ 99 h 115"/>
                  <a:gd name="T48" fmla="*/ 77 w 110"/>
                  <a:gd name="T49" fmla="*/ 110 h 115"/>
                  <a:gd name="T50" fmla="*/ 88 w 110"/>
                  <a:gd name="T51" fmla="*/ 89 h 115"/>
                  <a:gd name="T52" fmla="*/ 94 w 110"/>
                  <a:gd name="T53" fmla="*/ 64 h 115"/>
                  <a:gd name="T54" fmla="*/ 94 w 110"/>
                  <a:gd name="T55" fmla="*/ 57 h 115"/>
                  <a:gd name="T56" fmla="*/ 87 w 110"/>
                  <a:gd name="T57" fmla="*/ 32 h 115"/>
                  <a:gd name="T58" fmla="*/ 81 w 110"/>
                  <a:gd name="T59" fmla="*/ 21 h 115"/>
                  <a:gd name="T60" fmla="*/ 74 w 110"/>
                  <a:gd name="T61" fmla="*/ 12 h 115"/>
                  <a:gd name="T62" fmla="*/ 93 w 110"/>
                  <a:gd name="T63" fmla="*/ 29 h 115"/>
                  <a:gd name="T64" fmla="*/ 106 w 110"/>
                  <a:gd name="T65" fmla="*/ 52 h 115"/>
                  <a:gd name="T66" fmla="*/ 107 w 110"/>
                  <a:gd name="T67" fmla="*/ 84 h 115"/>
                  <a:gd name="T68" fmla="*/ 104 w 110"/>
                  <a:gd name="T69" fmla="*/ 99 h 115"/>
                  <a:gd name="T70" fmla="*/ 100 w 110"/>
                  <a:gd name="T71" fmla="*/ 113 h 115"/>
                  <a:gd name="T72" fmla="*/ 110 w 110"/>
                  <a:gd name="T73" fmla="*/ 70 h 115"/>
                  <a:gd name="T74" fmla="*/ 110 w 110"/>
                  <a:gd name="T75" fmla="*/ 69 h 115"/>
                  <a:gd name="T76" fmla="*/ 105 w 110"/>
                  <a:gd name="T77" fmla="*/ 43 h 115"/>
                  <a:gd name="T78" fmla="*/ 99 w 110"/>
                  <a:gd name="T79" fmla="*/ 33 h 115"/>
                  <a:gd name="T80" fmla="*/ 92 w 110"/>
                  <a:gd name="T81" fmla="*/ 24 h 115"/>
                  <a:gd name="T82" fmla="*/ 54 w 110"/>
                  <a:gd name="T83" fmla="*/ 0 h 115"/>
                  <a:gd name="T84" fmla="*/ 62 w 110"/>
                  <a:gd name="T85" fmla="*/ 5 h 115"/>
                  <a:gd name="T86" fmla="*/ 67 w 110"/>
                  <a:gd name="T87" fmla="*/ 11 h 115"/>
                  <a:gd name="T88" fmla="*/ 73 w 110"/>
                  <a:gd name="T89" fmla="*/ 32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0" h="115">
                    <a:moveTo>
                      <a:pt x="73" y="32"/>
                    </a:moveTo>
                    <a:cubicBezTo>
                      <a:pt x="73" y="34"/>
                      <a:pt x="73" y="34"/>
                      <a:pt x="73" y="34"/>
                    </a:cubicBezTo>
                    <a:cubicBezTo>
                      <a:pt x="73" y="57"/>
                      <a:pt x="59" y="74"/>
                      <a:pt x="48" y="86"/>
                    </a:cubicBezTo>
                    <a:cubicBezTo>
                      <a:pt x="42" y="91"/>
                      <a:pt x="32" y="98"/>
                      <a:pt x="25" y="102"/>
                    </a:cubicBezTo>
                    <a:cubicBezTo>
                      <a:pt x="21" y="104"/>
                      <a:pt x="1" y="114"/>
                      <a:pt x="0" y="115"/>
                    </a:cubicBezTo>
                    <a:cubicBezTo>
                      <a:pt x="4" y="115"/>
                      <a:pt x="24" y="104"/>
                      <a:pt x="29" y="102"/>
                    </a:cubicBezTo>
                    <a:cubicBezTo>
                      <a:pt x="37" y="97"/>
                      <a:pt x="46" y="90"/>
                      <a:pt x="53" y="83"/>
                    </a:cubicBezTo>
                    <a:cubicBezTo>
                      <a:pt x="61" y="75"/>
                      <a:pt x="64" y="70"/>
                      <a:pt x="70" y="58"/>
                    </a:cubicBezTo>
                    <a:cubicBezTo>
                      <a:pt x="72" y="54"/>
                      <a:pt x="74" y="48"/>
                      <a:pt x="75" y="42"/>
                    </a:cubicBezTo>
                    <a:cubicBezTo>
                      <a:pt x="76" y="34"/>
                      <a:pt x="75" y="30"/>
                      <a:pt x="75" y="22"/>
                    </a:cubicBezTo>
                    <a:cubicBezTo>
                      <a:pt x="78" y="27"/>
                      <a:pt x="81" y="40"/>
                      <a:pt x="81" y="48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63"/>
                      <a:pt x="75" y="73"/>
                      <a:pt x="70" y="82"/>
                    </a:cubicBezTo>
                    <a:cubicBezTo>
                      <a:pt x="68" y="87"/>
                      <a:pt x="64" y="92"/>
                      <a:pt x="62" y="95"/>
                    </a:cubicBezTo>
                    <a:cubicBezTo>
                      <a:pt x="60" y="98"/>
                      <a:pt x="52" y="106"/>
                      <a:pt x="51" y="107"/>
                    </a:cubicBezTo>
                    <a:cubicBezTo>
                      <a:pt x="57" y="104"/>
                      <a:pt x="68" y="89"/>
                      <a:pt x="72" y="83"/>
                    </a:cubicBezTo>
                    <a:cubicBezTo>
                      <a:pt x="77" y="76"/>
                      <a:pt x="83" y="62"/>
                      <a:pt x="83" y="49"/>
                    </a:cubicBezTo>
                    <a:cubicBezTo>
                      <a:pt x="83" y="47"/>
                      <a:pt x="83" y="47"/>
                      <a:pt x="83" y="47"/>
                    </a:cubicBezTo>
                    <a:cubicBezTo>
                      <a:pt x="83" y="42"/>
                      <a:pt x="82" y="35"/>
                      <a:pt x="80" y="31"/>
                    </a:cubicBezTo>
                    <a:cubicBezTo>
                      <a:pt x="79" y="27"/>
                      <a:pt x="76" y="21"/>
                      <a:pt x="75" y="18"/>
                    </a:cubicBezTo>
                    <a:cubicBezTo>
                      <a:pt x="78" y="20"/>
                      <a:pt x="85" y="32"/>
                      <a:pt x="87" y="36"/>
                    </a:cubicBezTo>
                    <a:cubicBezTo>
                      <a:pt x="90" y="44"/>
                      <a:pt x="92" y="52"/>
                      <a:pt x="92" y="62"/>
                    </a:cubicBezTo>
                    <a:cubicBezTo>
                      <a:pt x="92" y="71"/>
                      <a:pt x="90" y="82"/>
                      <a:pt x="87" y="88"/>
                    </a:cubicBezTo>
                    <a:cubicBezTo>
                      <a:pt x="86" y="92"/>
                      <a:pt x="84" y="95"/>
                      <a:pt x="83" y="99"/>
                    </a:cubicBezTo>
                    <a:cubicBezTo>
                      <a:pt x="81" y="102"/>
                      <a:pt x="77" y="107"/>
                      <a:pt x="77" y="110"/>
                    </a:cubicBezTo>
                    <a:cubicBezTo>
                      <a:pt x="80" y="108"/>
                      <a:pt x="87" y="94"/>
                      <a:pt x="88" y="89"/>
                    </a:cubicBezTo>
                    <a:cubicBezTo>
                      <a:pt x="91" y="83"/>
                      <a:pt x="94" y="73"/>
                      <a:pt x="94" y="64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49"/>
                      <a:pt x="90" y="37"/>
                      <a:pt x="87" y="32"/>
                    </a:cubicBezTo>
                    <a:cubicBezTo>
                      <a:pt x="85" y="28"/>
                      <a:pt x="84" y="25"/>
                      <a:pt x="81" y="21"/>
                    </a:cubicBezTo>
                    <a:cubicBezTo>
                      <a:pt x="80" y="20"/>
                      <a:pt x="74" y="14"/>
                      <a:pt x="74" y="12"/>
                    </a:cubicBezTo>
                    <a:cubicBezTo>
                      <a:pt x="78" y="13"/>
                      <a:pt x="90" y="25"/>
                      <a:pt x="93" y="29"/>
                    </a:cubicBezTo>
                    <a:cubicBezTo>
                      <a:pt x="99" y="37"/>
                      <a:pt x="102" y="41"/>
                      <a:pt x="106" y="52"/>
                    </a:cubicBezTo>
                    <a:cubicBezTo>
                      <a:pt x="108" y="61"/>
                      <a:pt x="109" y="74"/>
                      <a:pt x="107" y="84"/>
                    </a:cubicBezTo>
                    <a:cubicBezTo>
                      <a:pt x="106" y="90"/>
                      <a:pt x="106" y="94"/>
                      <a:pt x="104" y="99"/>
                    </a:cubicBezTo>
                    <a:cubicBezTo>
                      <a:pt x="103" y="103"/>
                      <a:pt x="100" y="110"/>
                      <a:pt x="100" y="113"/>
                    </a:cubicBezTo>
                    <a:cubicBezTo>
                      <a:pt x="105" y="108"/>
                      <a:pt x="110" y="82"/>
                      <a:pt x="110" y="70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60"/>
                      <a:pt x="108" y="49"/>
                      <a:pt x="105" y="43"/>
                    </a:cubicBezTo>
                    <a:cubicBezTo>
                      <a:pt x="103" y="39"/>
                      <a:pt x="102" y="37"/>
                      <a:pt x="99" y="33"/>
                    </a:cubicBezTo>
                    <a:cubicBezTo>
                      <a:pt x="97" y="30"/>
                      <a:pt x="95" y="28"/>
                      <a:pt x="92" y="24"/>
                    </a:cubicBezTo>
                    <a:cubicBezTo>
                      <a:pt x="88" y="18"/>
                      <a:pt x="62" y="0"/>
                      <a:pt x="54" y="0"/>
                    </a:cubicBezTo>
                    <a:cubicBezTo>
                      <a:pt x="55" y="1"/>
                      <a:pt x="59" y="3"/>
                      <a:pt x="62" y="5"/>
                    </a:cubicBezTo>
                    <a:cubicBezTo>
                      <a:pt x="63" y="6"/>
                      <a:pt x="66" y="9"/>
                      <a:pt x="67" y="11"/>
                    </a:cubicBezTo>
                    <a:cubicBezTo>
                      <a:pt x="71" y="16"/>
                      <a:pt x="73" y="23"/>
                      <a:pt x="73" y="32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9" name="iṡľîḑê"/>
              <p:cNvSpPr/>
              <p:nvPr/>
            </p:nvSpPr>
            <p:spPr bwMode="auto">
              <a:xfrm>
                <a:off x="2998788" y="3549650"/>
                <a:ext cx="504825" cy="79375"/>
              </a:xfrm>
              <a:custGeom>
                <a:avLst/>
                <a:gdLst>
                  <a:gd name="T0" fmla="*/ 14 w 153"/>
                  <a:gd name="T1" fmla="*/ 17 h 24"/>
                  <a:gd name="T2" fmla="*/ 47 w 153"/>
                  <a:gd name="T3" fmla="*/ 13 h 24"/>
                  <a:gd name="T4" fmla="*/ 71 w 153"/>
                  <a:gd name="T5" fmla="*/ 24 h 24"/>
                  <a:gd name="T6" fmla="*/ 82 w 153"/>
                  <a:gd name="T7" fmla="*/ 24 h 24"/>
                  <a:gd name="T8" fmla="*/ 107 w 153"/>
                  <a:gd name="T9" fmla="*/ 13 h 24"/>
                  <a:gd name="T10" fmla="*/ 139 w 153"/>
                  <a:gd name="T11" fmla="*/ 17 h 24"/>
                  <a:gd name="T12" fmla="*/ 147 w 153"/>
                  <a:gd name="T13" fmla="*/ 17 h 24"/>
                  <a:gd name="T14" fmla="*/ 153 w 153"/>
                  <a:gd name="T15" fmla="*/ 17 h 24"/>
                  <a:gd name="T16" fmla="*/ 146 w 153"/>
                  <a:gd name="T17" fmla="*/ 9 h 24"/>
                  <a:gd name="T18" fmla="*/ 146 w 153"/>
                  <a:gd name="T19" fmla="*/ 9 h 24"/>
                  <a:gd name="T20" fmla="*/ 120 w 153"/>
                  <a:gd name="T21" fmla="*/ 6 h 24"/>
                  <a:gd name="T22" fmla="*/ 97 w 153"/>
                  <a:gd name="T23" fmla="*/ 1 h 24"/>
                  <a:gd name="T24" fmla="*/ 91 w 153"/>
                  <a:gd name="T25" fmla="*/ 1 h 24"/>
                  <a:gd name="T26" fmla="*/ 77 w 153"/>
                  <a:gd name="T27" fmla="*/ 13 h 24"/>
                  <a:gd name="T28" fmla="*/ 66 w 153"/>
                  <a:gd name="T29" fmla="*/ 1 h 24"/>
                  <a:gd name="T30" fmla="*/ 46 w 153"/>
                  <a:gd name="T31" fmla="*/ 2 h 24"/>
                  <a:gd name="T32" fmla="*/ 7 w 153"/>
                  <a:gd name="T33" fmla="*/ 9 h 24"/>
                  <a:gd name="T34" fmla="*/ 8 w 153"/>
                  <a:gd name="T35" fmla="*/ 9 h 24"/>
                  <a:gd name="T36" fmla="*/ 0 w 153"/>
                  <a:gd name="T37" fmla="*/ 17 h 24"/>
                  <a:gd name="T38" fmla="*/ 6 w 153"/>
                  <a:gd name="T39" fmla="*/ 17 h 24"/>
                  <a:gd name="T40" fmla="*/ 14 w 153"/>
                  <a:gd name="T41" fmla="*/ 17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" h="24">
                    <a:moveTo>
                      <a:pt x="14" y="17"/>
                    </a:moveTo>
                    <a:cubicBezTo>
                      <a:pt x="26" y="17"/>
                      <a:pt x="37" y="14"/>
                      <a:pt x="47" y="13"/>
                    </a:cubicBezTo>
                    <a:cubicBezTo>
                      <a:pt x="57" y="13"/>
                      <a:pt x="71" y="11"/>
                      <a:pt x="71" y="24"/>
                    </a:cubicBezTo>
                    <a:cubicBezTo>
                      <a:pt x="82" y="24"/>
                      <a:pt x="82" y="24"/>
                      <a:pt x="82" y="24"/>
                    </a:cubicBezTo>
                    <a:cubicBezTo>
                      <a:pt x="82" y="12"/>
                      <a:pt x="95" y="13"/>
                      <a:pt x="107" y="13"/>
                    </a:cubicBezTo>
                    <a:cubicBezTo>
                      <a:pt x="117" y="14"/>
                      <a:pt x="127" y="17"/>
                      <a:pt x="139" y="17"/>
                    </a:cubicBezTo>
                    <a:cubicBezTo>
                      <a:pt x="147" y="17"/>
                      <a:pt x="147" y="17"/>
                      <a:pt x="147" y="17"/>
                    </a:cubicBezTo>
                    <a:cubicBezTo>
                      <a:pt x="153" y="17"/>
                      <a:pt x="153" y="17"/>
                      <a:pt x="153" y="17"/>
                    </a:cubicBezTo>
                    <a:cubicBezTo>
                      <a:pt x="146" y="9"/>
                      <a:pt x="146" y="9"/>
                      <a:pt x="146" y="9"/>
                    </a:cubicBezTo>
                    <a:cubicBezTo>
                      <a:pt x="146" y="9"/>
                      <a:pt x="146" y="9"/>
                      <a:pt x="146" y="9"/>
                    </a:cubicBezTo>
                    <a:cubicBezTo>
                      <a:pt x="135" y="9"/>
                      <a:pt x="128" y="9"/>
                      <a:pt x="120" y="6"/>
                    </a:cubicBezTo>
                    <a:cubicBezTo>
                      <a:pt x="115" y="5"/>
                      <a:pt x="103" y="1"/>
                      <a:pt x="97" y="1"/>
                    </a:cubicBezTo>
                    <a:cubicBezTo>
                      <a:pt x="91" y="1"/>
                      <a:pt x="91" y="1"/>
                      <a:pt x="91" y="1"/>
                    </a:cubicBezTo>
                    <a:cubicBezTo>
                      <a:pt x="84" y="1"/>
                      <a:pt x="78" y="7"/>
                      <a:pt x="77" y="13"/>
                    </a:cubicBezTo>
                    <a:cubicBezTo>
                      <a:pt x="74" y="11"/>
                      <a:pt x="75" y="4"/>
                      <a:pt x="66" y="1"/>
                    </a:cubicBezTo>
                    <a:cubicBezTo>
                      <a:pt x="60" y="0"/>
                      <a:pt x="52" y="1"/>
                      <a:pt x="46" y="2"/>
                    </a:cubicBezTo>
                    <a:cubicBezTo>
                      <a:pt x="31" y="6"/>
                      <a:pt x="27" y="9"/>
                      <a:pt x="7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6" y="17"/>
                      <a:pt x="6" y="17"/>
                      <a:pt x="6" y="17"/>
                    </a:cubicBezTo>
                    <a:lnTo>
                      <a:pt x="14" y="1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0" name="í$lïďê"/>
              <p:cNvSpPr/>
              <p:nvPr/>
            </p:nvSpPr>
            <p:spPr bwMode="auto">
              <a:xfrm>
                <a:off x="2830513" y="2998788"/>
                <a:ext cx="841375" cy="830263"/>
              </a:xfrm>
              <a:custGeom>
                <a:avLst/>
                <a:gdLst>
                  <a:gd name="T0" fmla="*/ 21 w 255"/>
                  <a:gd name="T1" fmla="*/ 127 h 250"/>
                  <a:gd name="T2" fmla="*/ 32 w 255"/>
                  <a:gd name="T3" fmla="*/ 84 h 250"/>
                  <a:gd name="T4" fmla="*/ 41 w 255"/>
                  <a:gd name="T5" fmla="*/ 68 h 250"/>
                  <a:gd name="T6" fmla="*/ 53 w 255"/>
                  <a:gd name="T7" fmla="*/ 54 h 250"/>
                  <a:gd name="T8" fmla="*/ 85 w 255"/>
                  <a:gd name="T9" fmla="*/ 33 h 250"/>
                  <a:gd name="T10" fmla="*/ 128 w 255"/>
                  <a:gd name="T11" fmla="*/ 23 h 250"/>
                  <a:gd name="T12" fmla="*/ 202 w 255"/>
                  <a:gd name="T13" fmla="*/ 54 h 250"/>
                  <a:gd name="T14" fmla="*/ 234 w 255"/>
                  <a:gd name="T15" fmla="*/ 126 h 250"/>
                  <a:gd name="T16" fmla="*/ 234 w 255"/>
                  <a:gd name="T17" fmla="*/ 135 h 250"/>
                  <a:gd name="T18" fmla="*/ 202 w 255"/>
                  <a:gd name="T19" fmla="*/ 206 h 250"/>
                  <a:gd name="T20" fmla="*/ 128 w 255"/>
                  <a:gd name="T21" fmla="*/ 237 h 250"/>
                  <a:gd name="T22" fmla="*/ 21 w 255"/>
                  <a:gd name="T23" fmla="*/ 133 h 250"/>
                  <a:gd name="T24" fmla="*/ 21 w 255"/>
                  <a:gd name="T25" fmla="*/ 127 h 250"/>
                  <a:gd name="T26" fmla="*/ 0 w 255"/>
                  <a:gd name="T27" fmla="*/ 110 h 250"/>
                  <a:gd name="T28" fmla="*/ 0 w 255"/>
                  <a:gd name="T29" fmla="*/ 119 h 250"/>
                  <a:gd name="T30" fmla="*/ 7 w 255"/>
                  <a:gd name="T31" fmla="*/ 145 h 250"/>
                  <a:gd name="T32" fmla="*/ 19 w 255"/>
                  <a:gd name="T33" fmla="*/ 165 h 250"/>
                  <a:gd name="T34" fmla="*/ 24 w 255"/>
                  <a:gd name="T35" fmla="*/ 200 h 250"/>
                  <a:gd name="T36" fmla="*/ 40 w 255"/>
                  <a:gd name="T37" fmla="*/ 225 h 250"/>
                  <a:gd name="T38" fmla="*/ 96 w 255"/>
                  <a:gd name="T39" fmla="*/ 250 h 250"/>
                  <a:gd name="T40" fmla="*/ 99 w 255"/>
                  <a:gd name="T41" fmla="*/ 250 h 250"/>
                  <a:gd name="T42" fmla="*/ 114 w 255"/>
                  <a:gd name="T43" fmla="*/ 248 h 250"/>
                  <a:gd name="T44" fmla="*/ 127 w 255"/>
                  <a:gd name="T45" fmla="*/ 244 h 250"/>
                  <a:gd name="T46" fmla="*/ 141 w 255"/>
                  <a:gd name="T47" fmla="*/ 248 h 250"/>
                  <a:gd name="T48" fmla="*/ 156 w 255"/>
                  <a:gd name="T49" fmla="*/ 250 h 250"/>
                  <a:gd name="T50" fmla="*/ 160 w 255"/>
                  <a:gd name="T51" fmla="*/ 250 h 250"/>
                  <a:gd name="T52" fmla="*/ 215 w 255"/>
                  <a:gd name="T53" fmla="*/ 225 h 250"/>
                  <a:gd name="T54" fmla="*/ 236 w 255"/>
                  <a:gd name="T55" fmla="*/ 165 h 250"/>
                  <a:gd name="T56" fmla="*/ 244 w 255"/>
                  <a:gd name="T57" fmla="*/ 154 h 250"/>
                  <a:gd name="T58" fmla="*/ 250 w 255"/>
                  <a:gd name="T59" fmla="*/ 141 h 250"/>
                  <a:gd name="T60" fmla="*/ 255 w 255"/>
                  <a:gd name="T61" fmla="*/ 109 h 250"/>
                  <a:gd name="T62" fmla="*/ 230 w 255"/>
                  <a:gd name="T63" fmla="*/ 57 h 250"/>
                  <a:gd name="T64" fmla="*/ 206 w 255"/>
                  <a:gd name="T65" fmla="*/ 41 h 250"/>
                  <a:gd name="T66" fmla="*/ 193 w 255"/>
                  <a:gd name="T67" fmla="*/ 35 h 250"/>
                  <a:gd name="T68" fmla="*/ 185 w 255"/>
                  <a:gd name="T69" fmla="*/ 25 h 250"/>
                  <a:gd name="T70" fmla="*/ 131 w 255"/>
                  <a:gd name="T71" fmla="*/ 0 h 250"/>
                  <a:gd name="T72" fmla="*/ 123 w 255"/>
                  <a:gd name="T73" fmla="*/ 0 h 250"/>
                  <a:gd name="T74" fmla="*/ 81 w 255"/>
                  <a:gd name="T75" fmla="*/ 16 h 250"/>
                  <a:gd name="T76" fmla="*/ 66 w 255"/>
                  <a:gd name="T77" fmla="*/ 30 h 250"/>
                  <a:gd name="T78" fmla="*/ 48 w 255"/>
                  <a:gd name="T79" fmla="*/ 42 h 250"/>
                  <a:gd name="T80" fmla="*/ 16 w 255"/>
                  <a:gd name="T81" fmla="*/ 67 h 250"/>
                  <a:gd name="T82" fmla="*/ 0 w 255"/>
                  <a:gd name="T83" fmla="*/ 11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5" h="250">
                    <a:moveTo>
                      <a:pt x="21" y="127"/>
                    </a:moveTo>
                    <a:cubicBezTo>
                      <a:pt x="21" y="112"/>
                      <a:pt x="27" y="94"/>
                      <a:pt x="32" y="84"/>
                    </a:cubicBezTo>
                    <a:cubicBezTo>
                      <a:pt x="35" y="78"/>
                      <a:pt x="38" y="73"/>
                      <a:pt x="41" y="68"/>
                    </a:cubicBezTo>
                    <a:cubicBezTo>
                      <a:pt x="45" y="62"/>
                      <a:pt x="49" y="59"/>
                      <a:pt x="53" y="54"/>
                    </a:cubicBezTo>
                    <a:cubicBezTo>
                      <a:pt x="59" y="47"/>
                      <a:pt x="76" y="37"/>
                      <a:pt x="85" y="33"/>
                    </a:cubicBezTo>
                    <a:cubicBezTo>
                      <a:pt x="96" y="28"/>
                      <a:pt x="112" y="23"/>
                      <a:pt x="128" y="23"/>
                    </a:cubicBezTo>
                    <a:cubicBezTo>
                      <a:pt x="159" y="23"/>
                      <a:pt x="187" y="38"/>
                      <a:pt x="202" y="54"/>
                    </a:cubicBezTo>
                    <a:cubicBezTo>
                      <a:pt x="217" y="69"/>
                      <a:pt x="234" y="96"/>
                      <a:pt x="234" y="126"/>
                    </a:cubicBezTo>
                    <a:cubicBezTo>
                      <a:pt x="234" y="135"/>
                      <a:pt x="234" y="135"/>
                      <a:pt x="234" y="135"/>
                    </a:cubicBezTo>
                    <a:cubicBezTo>
                      <a:pt x="234" y="163"/>
                      <a:pt x="217" y="193"/>
                      <a:pt x="202" y="206"/>
                    </a:cubicBezTo>
                    <a:cubicBezTo>
                      <a:pt x="183" y="222"/>
                      <a:pt x="162" y="237"/>
                      <a:pt x="128" y="237"/>
                    </a:cubicBezTo>
                    <a:cubicBezTo>
                      <a:pt x="71" y="237"/>
                      <a:pt x="21" y="189"/>
                      <a:pt x="21" y="133"/>
                    </a:cubicBezTo>
                    <a:cubicBezTo>
                      <a:pt x="21" y="127"/>
                      <a:pt x="21" y="127"/>
                      <a:pt x="21" y="127"/>
                    </a:cubicBezTo>
                    <a:close/>
                    <a:moveTo>
                      <a:pt x="0" y="110"/>
                    </a:moveTo>
                    <a:cubicBezTo>
                      <a:pt x="0" y="119"/>
                      <a:pt x="0" y="119"/>
                      <a:pt x="0" y="119"/>
                    </a:cubicBezTo>
                    <a:cubicBezTo>
                      <a:pt x="0" y="127"/>
                      <a:pt x="4" y="139"/>
                      <a:pt x="7" y="145"/>
                    </a:cubicBezTo>
                    <a:cubicBezTo>
                      <a:pt x="11" y="154"/>
                      <a:pt x="14" y="158"/>
                      <a:pt x="19" y="165"/>
                    </a:cubicBezTo>
                    <a:cubicBezTo>
                      <a:pt x="19" y="181"/>
                      <a:pt x="20" y="189"/>
                      <a:pt x="24" y="200"/>
                    </a:cubicBezTo>
                    <a:cubicBezTo>
                      <a:pt x="28" y="209"/>
                      <a:pt x="34" y="219"/>
                      <a:pt x="40" y="225"/>
                    </a:cubicBezTo>
                    <a:cubicBezTo>
                      <a:pt x="53" y="238"/>
                      <a:pt x="70" y="250"/>
                      <a:pt x="96" y="250"/>
                    </a:cubicBezTo>
                    <a:cubicBezTo>
                      <a:pt x="99" y="250"/>
                      <a:pt x="99" y="250"/>
                      <a:pt x="99" y="250"/>
                    </a:cubicBezTo>
                    <a:cubicBezTo>
                      <a:pt x="104" y="250"/>
                      <a:pt x="109" y="249"/>
                      <a:pt x="114" y="248"/>
                    </a:cubicBezTo>
                    <a:cubicBezTo>
                      <a:pt x="117" y="248"/>
                      <a:pt x="127" y="244"/>
                      <a:pt x="127" y="244"/>
                    </a:cubicBezTo>
                    <a:cubicBezTo>
                      <a:pt x="129" y="244"/>
                      <a:pt x="137" y="248"/>
                      <a:pt x="141" y="248"/>
                    </a:cubicBezTo>
                    <a:cubicBezTo>
                      <a:pt x="145" y="249"/>
                      <a:pt x="151" y="250"/>
                      <a:pt x="156" y="250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82" y="250"/>
                      <a:pt x="205" y="238"/>
                      <a:pt x="215" y="225"/>
                    </a:cubicBezTo>
                    <a:cubicBezTo>
                      <a:pt x="230" y="208"/>
                      <a:pt x="236" y="196"/>
                      <a:pt x="236" y="165"/>
                    </a:cubicBezTo>
                    <a:cubicBezTo>
                      <a:pt x="239" y="162"/>
                      <a:pt x="242" y="158"/>
                      <a:pt x="244" y="154"/>
                    </a:cubicBezTo>
                    <a:cubicBezTo>
                      <a:pt x="247" y="150"/>
                      <a:pt x="249" y="146"/>
                      <a:pt x="250" y="141"/>
                    </a:cubicBezTo>
                    <a:cubicBezTo>
                      <a:pt x="255" y="129"/>
                      <a:pt x="255" y="122"/>
                      <a:pt x="255" y="109"/>
                    </a:cubicBezTo>
                    <a:cubicBezTo>
                      <a:pt x="255" y="90"/>
                      <a:pt x="241" y="65"/>
                      <a:pt x="230" y="57"/>
                    </a:cubicBezTo>
                    <a:cubicBezTo>
                      <a:pt x="221" y="50"/>
                      <a:pt x="218" y="46"/>
                      <a:pt x="206" y="41"/>
                    </a:cubicBezTo>
                    <a:cubicBezTo>
                      <a:pt x="202" y="40"/>
                      <a:pt x="196" y="39"/>
                      <a:pt x="193" y="35"/>
                    </a:cubicBezTo>
                    <a:cubicBezTo>
                      <a:pt x="191" y="31"/>
                      <a:pt x="188" y="28"/>
                      <a:pt x="185" y="25"/>
                    </a:cubicBezTo>
                    <a:cubicBezTo>
                      <a:pt x="173" y="13"/>
                      <a:pt x="154" y="0"/>
                      <a:pt x="131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08" y="0"/>
                      <a:pt x="89" y="9"/>
                      <a:pt x="81" y="16"/>
                    </a:cubicBezTo>
                    <a:cubicBezTo>
                      <a:pt x="75" y="20"/>
                      <a:pt x="70" y="25"/>
                      <a:pt x="66" y="30"/>
                    </a:cubicBezTo>
                    <a:cubicBezTo>
                      <a:pt x="57" y="42"/>
                      <a:pt x="61" y="36"/>
                      <a:pt x="48" y="42"/>
                    </a:cubicBezTo>
                    <a:cubicBezTo>
                      <a:pt x="33" y="49"/>
                      <a:pt x="26" y="55"/>
                      <a:pt x="16" y="67"/>
                    </a:cubicBezTo>
                    <a:cubicBezTo>
                      <a:pt x="9" y="76"/>
                      <a:pt x="0" y="95"/>
                      <a:pt x="0" y="110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1" name="îšḻïḋe"/>
              <p:cNvSpPr/>
              <p:nvPr/>
            </p:nvSpPr>
            <p:spPr bwMode="auto">
              <a:xfrm>
                <a:off x="2919413" y="3098800"/>
                <a:ext cx="663575" cy="666750"/>
              </a:xfrm>
              <a:custGeom>
                <a:avLst/>
                <a:gdLst>
                  <a:gd name="T0" fmla="*/ 101 w 201"/>
                  <a:gd name="T1" fmla="*/ 0 h 201"/>
                  <a:gd name="T2" fmla="*/ 201 w 201"/>
                  <a:gd name="T3" fmla="*/ 100 h 201"/>
                  <a:gd name="T4" fmla="*/ 101 w 201"/>
                  <a:gd name="T5" fmla="*/ 201 h 201"/>
                  <a:gd name="T6" fmla="*/ 0 w 201"/>
                  <a:gd name="T7" fmla="*/ 100 h 201"/>
                  <a:gd name="T8" fmla="*/ 101 w 201"/>
                  <a:gd name="T9" fmla="*/ 0 h 201"/>
                  <a:gd name="T10" fmla="*/ 101 w 201"/>
                  <a:gd name="T11" fmla="*/ 4 h 201"/>
                  <a:gd name="T12" fmla="*/ 4 w 201"/>
                  <a:gd name="T13" fmla="*/ 100 h 201"/>
                  <a:gd name="T14" fmla="*/ 101 w 201"/>
                  <a:gd name="T15" fmla="*/ 196 h 201"/>
                  <a:gd name="T16" fmla="*/ 197 w 201"/>
                  <a:gd name="T17" fmla="*/ 100 h 201"/>
                  <a:gd name="T18" fmla="*/ 101 w 201"/>
                  <a:gd name="T19" fmla="*/ 4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" h="201">
                    <a:moveTo>
                      <a:pt x="101" y="0"/>
                    </a:moveTo>
                    <a:cubicBezTo>
                      <a:pt x="156" y="0"/>
                      <a:pt x="201" y="45"/>
                      <a:pt x="201" y="100"/>
                    </a:cubicBezTo>
                    <a:cubicBezTo>
                      <a:pt x="201" y="156"/>
                      <a:pt x="156" y="201"/>
                      <a:pt x="101" y="201"/>
                    </a:cubicBezTo>
                    <a:cubicBezTo>
                      <a:pt x="45" y="201"/>
                      <a:pt x="0" y="156"/>
                      <a:pt x="0" y="100"/>
                    </a:cubicBezTo>
                    <a:cubicBezTo>
                      <a:pt x="0" y="45"/>
                      <a:pt x="45" y="0"/>
                      <a:pt x="101" y="0"/>
                    </a:cubicBezTo>
                    <a:close/>
                    <a:moveTo>
                      <a:pt x="101" y="4"/>
                    </a:moveTo>
                    <a:cubicBezTo>
                      <a:pt x="48" y="4"/>
                      <a:pt x="4" y="47"/>
                      <a:pt x="4" y="100"/>
                    </a:cubicBezTo>
                    <a:cubicBezTo>
                      <a:pt x="4" y="153"/>
                      <a:pt x="48" y="196"/>
                      <a:pt x="101" y="196"/>
                    </a:cubicBezTo>
                    <a:cubicBezTo>
                      <a:pt x="154" y="196"/>
                      <a:pt x="197" y="153"/>
                      <a:pt x="197" y="100"/>
                    </a:cubicBezTo>
                    <a:cubicBezTo>
                      <a:pt x="197" y="47"/>
                      <a:pt x="154" y="4"/>
                      <a:pt x="101" y="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2" name="ïşľiďe"/>
              <p:cNvSpPr/>
              <p:nvPr/>
            </p:nvSpPr>
            <p:spPr bwMode="auto">
              <a:xfrm>
                <a:off x="3005138" y="3330575"/>
                <a:ext cx="30163" cy="73025"/>
              </a:xfrm>
              <a:custGeom>
                <a:avLst/>
                <a:gdLst>
                  <a:gd name="T0" fmla="*/ 9 w 9"/>
                  <a:gd name="T1" fmla="*/ 22 h 22"/>
                  <a:gd name="T2" fmla="*/ 5 w 9"/>
                  <a:gd name="T3" fmla="*/ 22 h 22"/>
                  <a:gd name="T4" fmla="*/ 5 w 9"/>
                  <a:gd name="T5" fmla="*/ 6 h 22"/>
                  <a:gd name="T6" fmla="*/ 0 w 9"/>
                  <a:gd name="T7" fmla="*/ 9 h 22"/>
                  <a:gd name="T8" fmla="*/ 0 w 9"/>
                  <a:gd name="T9" fmla="*/ 6 h 22"/>
                  <a:gd name="T10" fmla="*/ 3 w 9"/>
                  <a:gd name="T11" fmla="*/ 4 h 22"/>
                  <a:gd name="T12" fmla="*/ 6 w 9"/>
                  <a:gd name="T13" fmla="*/ 0 h 22"/>
                  <a:gd name="T14" fmla="*/ 9 w 9"/>
                  <a:gd name="T15" fmla="*/ 0 h 22"/>
                  <a:gd name="T16" fmla="*/ 9 w 9"/>
                  <a:gd name="T17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22">
                    <a:moveTo>
                      <a:pt x="9" y="22"/>
                    </a:moveTo>
                    <a:cubicBezTo>
                      <a:pt x="5" y="22"/>
                      <a:pt x="5" y="22"/>
                      <a:pt x="5" y="22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8"/>
                      <a:pt x="2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5"/>
                      <a:pt x="2" y="5"/>
                      <a:pt x="3" y="4"/>
                    </a:cubicBezTo>
                    <a:cubicBezTo>
                      <a:pt x="5" y="3"/>
                      <a:pt x="6" y="2"/>
                      <a:pt x="6" y="0"/>
                    </a:cubicBezTo>
                    <a:cubicBezTo>
                      <a:pt x="9" y="0"/>
                      <a:pt x="9" y="0"/>
                      <a:pt x="9" y="0"/>
                    </a:cubicBezTo>
                    <a:lnTo>
                      <a:pt x="9" y="22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3" name="iś1ïḓé"/>
              <p:cNvSpPr/>
              <p:nvPr/>
            </p:nvSpPr>
            <p:spPr bwMode="auto">
              <a:xfrm>
                <a:off x="3060700" y="3330575"/>
                <a:ext cx="46038" cy="73025"/>
              </a:xfrm>
              <a:custGeom>
                <a:avLst/>
                <a:gdLst>
                  <a:gd name="T0" fmla="*/ 0 w 14"/>
                  <a:gd name="T1" fmla="*/ 17 h 22"/>
                  <a:gd name="T2" fmla="*/ 4 w 14"/>
                  <a:gd name="T3" fmla="*/ 16 h 22"/>
                  <a:gd name="T4" fmla="*/ 5 w 14"/>
                  <a:gd name="T5" fmla="*/ 18 h 22"/>
                  <a:gd name="T6" fmla="*/ 6 w 14"/>
                  <a:gd name="T7" fmla="*/ 19 h 22"/>
                  <a:gd name="T8" fmla="*/ 8 w 14"/>
                  <a:gd name="T9" fmla="*/ 17 h 22"/>
                  <a:gd name="T10" fmla="*/ 9 w 14"/>
                  <a:gd name="T11" fmla="*/ 13 h 22"/>
                  <a:gd name="T12" fmla="*/ 6 w 14"/>
                  <a:gd name="T13" fmla="*/ 14 h 22"/>
                  <a:gd name="T14" fmla="*/ 1 w 14"/>
                  <a:gd name="T15" fmla="*/ 13 h 22"/>
                  <a:gd name="T16" fmla="*/ 0 w 14"/>
                  <a:gd name="T17" fmla="*/ 8 h 22"/>
                  <a:gd name="T18" fmla="*/ 1 w 14"/>
                  <a:gd name="T19" fmla="*/ 2 h 22"/>
                  <a:gd name="T20" fmla="*/ 6 w 14"/>
                  <a:gd name="T21" fmla="*/ 0 h 22"/>
                  <a:gd name="T22" fmla="*/ 12 w 14"/>
                  <a:gd name="T23" fmla="*/ 3 h 22"/>
                  <a:gd name="T24" fmla="*/ 14 w 14"/>
                  <a:gd name="T25" fmla="*/ 11 h 22"/>
                  <a:gd name="T26" fmla="*/ 11 w 14"/>
                  <a:gd name="T27" fmla="*/ 19 h 22"/>
                  <a:gd name="T28" fmla="*/ 6 w 14"/>
                  <a:gd name="T29" fmla="*/ 22 h 22"/>
                  <a:gd name="T30" fmla="*/ 2 w 14"/>
                  <a:gd name="T31" fmla="*/ 21 h 22"/>
                  <a:gd name="T32" fmla="*/ 0 w 14"/>
                  <a:gd name="T33" fmla="*/ 17 h 22"/>
                  <a:gd name="T34" fmla="*/ 9 w 14"/>
                  <a:gd name="T35" fmla="*/ 8 h 22"/>
                  <a:gd name="T36" fmla="*/ 8 w 14"/>
                  <a:gd name="T37" fmla="*/ 5 h 22"/>
                  <a:gd name="T38" fmla="*/ 6 w 14"/>
                  <a:gd name="T39" fmla="*/ 4 h 22"/>
                  <a:gd name="T40" fmla="*/ 4 w 14"/>
                  <a:gd name="T41" fmla="*/ 5 h 22"/>
                  <a:gd name="T42" fmla="*/ 4 w 14"/>
                  <a:gd name="T43" fmla="*/ 8 h 22"/>
                  <a:gd name="T44" fmla="*/ 4 w 14"/>
                  <a:gd name="T45" fmla="*/ 11 h 22"/>
                  <a:gd name="T46" fmla="*/ 6 w 14"/>
                  <a:gd name="T47" fmla="*/ 12 h 22"/>
                  <a:gd name="T48" fmla="*/ 8 w 14"/>
                  <a:gd name="T49" fmla="*/ 11 h 22"/>
                  <a:gd name="T50" fmla="*/ 9 w 14"/>
                  <a:gd name="T51" fmla="*/ 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4" h="22">
                    <a:moveTo>
                      <a:pt x="0" y="17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8"/>
                      <a:pt x="5" y="18"/>
                    </a:cubicBezTo>
                    <a:cubicBezTo>
                      <a:pt x="5" y="18"/>
                      <a:pt x="6" y="19"/>
                      <a:pt x="6" y="19"/>
                    </a:cubicBezTo>
                    <a:cubicBezTo>
                      <a:pt x="7" y="19"/>
                      <a:pt x="8" y="18"/>
                      <a:pt x="8" y="17"/>
                    </a:cubicBezTo>
                    <a:cubicBezTo>
                      <a:pt x="9" y="17"/>
                      <a:pt x="9" y="15"/>
                      <a:pt x="9" y="13"/>
                    </a:cubicBezTo>
                    <a:cubicBezTo>
                      <a:pt x="8" y="14"/>
                      <a:pt x="7" y="14"/>
                      <a:pt x="6" y="14"/>
                    </a:cubicBezTo>
                    <a:cubicBezTo>
                      <a:pt x="4" y="14"/>
                      <a:pt x="3" y="14"/>
                      <a:pt x="1" y="13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5"/>
                      <a:pt x="0" y="4"/>
                      <a:pt x="1" y="2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8" y="0"/>
                      <a:pt x="10" y="1"/>
                      <a:pt x="12" y="3"/>
                    </a:cubicBezTo>
                    <a:cubicBezTo>
                      <a:pt x="13" y="5"/>
                      <a:pt x="14" y="7"/>
                      <a:pt x="14" y="11"/>
                    </a:cubicBezTo>
                    <a:cubicBezTo>
                      <a:pt x="14" y="15"/>
                      <a:pt x="13" y="18"/>
                      <a:pt x="11" y="19"/>
                    </a:cubicBezTo>
                    <a:cubicBezTo>
                      <a:pt x="10" y="21"/>
                      <a:pt x="8" y="22"/>
                      <a:pt x="6" y="22"/>
                    </a:cubicBezTo>
                    <a:cubicBezTo>
                      <a:pt x="4" y="22"/>
                      <a:pt x="3" y="22"/>
                      <a:pt x="2" y="21"/>
                    </a:cubicBezTo>
                    <a:cubicBezTo>
                      <a:pt x="1" y="20"/>
                      <a:pt x="0" y="18"/>
                      <a:pt x="0" y="17"/>
                    </a:cubicBezTo>
                    <a:close/>
                    <a:moveTo>
                      <a:pt x="9" y="8"/>
                    </a:moveTo>
                    <a:cubicBezTo>
                      <a:pt x="9" y="7"/>
                      <a:pt x="9" y="6"/>
                      <a:pt x="8" y="5"/>
                    </a:cubicBezTo>
                    <a:cubicBezTo>
                      <a:pt x="8" y="4"/>
                      <a:pt x="7" y="4"/>
                      <a:pt x="6" y="4"/>
                    </a:cubicBezTo>
                    <a:cubicBezTo>
                      <a:pt x="5" y="4"/>
                      <a:pt x="5" y="4"/>
                      <a:pt x="4" y="5"/>
                    </a:cubicBezTo>
                    <a:cubicBezTo>
                      <a:pt x="4" y="5"/>
                      <a:pt x="4" y="6"/>
                      <a:pt x="4" y="8"/>
                    </a:cubicBezTo>
                    <a:cubicBezTo>
                      <a:pt x="4" y="9"/>
                      <a:pt x="4" y="10"/>
                      <a:pt x="4" y="11"/>
                    </a:cubicBezTo>
                    <a:cubicBezTo>
                      <a:pt x="5" y="11"/>
                      <a:pt x="6" y="12"/>
                      <a:pt x="6" y="12"/>
                    </a:cubicBezTo>
                    <a:cubicBezTo>
                      <a:pt x="7" y="12"/>
                      <a:pt x="8" y="11"/>
                      <a:pt x="8" y="11"/>
                    </a:cubicBezTo>
                    <a:cubicBezTo>
                      <a:pt x="9" y="10"/>
                      <a:pt x="9" y="9"/>
                      <a:pt x="9" y="8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4" name="íṩ1ïḓê"/>
              <p:cNvSpPr/>
              <p:nvPr/>
            </p:nvSpPr>
            <p:spPr bwMode="auto">
              <a:xfrm>
                <a:off x="3121025" y="3335338"/>
                <a:ext cx="46038" cy="68263"/>
              </a:xfrm>
              <a:custGeom>
                <a:avLst/>
                <a:gdLst>
                  <a:gd name="T0" fmla="*/ 0 w 14"/>
                  <a:gd name="T1" fmla="*/ 15 h 21"/>
                  <a:gd name="T2" fmla="*/ 4 w 14"/>
                  <a:gd name="T3" fmla="*/ 15 h 21"/>
                  <a:gd name="T4" fmla="*/ 5 w 14"/>
                  <a:gd name="T5" fmla="*/ 17 h 21"/>
                  <a:gd name="T6" fmla="*/ 7 w 14"/>
                  <a:gd name="T7" fmla="*/ 18 h 21"/>
                  <a:gd name="T8" fmla="*/ 9 w 14"/>
                  <a:gd name="T9" fmla="*/ 17 h 21"/>
                  <a:gd name="T10" fmla="*/ 10 w 14"/>
                  <a:gd name="T11" fmla="*/ 14 h 21"/>
                  <a:gd name="T12" fmla="*/ 9 w 14"/>
                  <a:gd name="T13" fmla="*/ 11 h 21"/>
                  <a:gd name="T14" fmla="*/ 7 w 14"/>
                  <a:gd name="T15" fmla="*/ 10 h 21"/>
                  <a:gd name="T16" fmla="*/ 4 w 14"/>
                  <a:gd name="T17" fmla="*/ 11 h 21"/>
                  <a:gd name="T18" fmla="*/ 0 w 14"/>
                  <a:gd name="T19" fmla="*/ 11 h 21"/>
                  <a:gd name="T20" fmla="*/ 2 w 14"/>
                  <a:gd name="T21" fmla="*/ 0 h 21"/>
                  <a:gd name="T22" fmla="*/ 13 w 14"/>
                  <a:gd name="T23" fmla="*/ 0 h 21"/>
                  <a:gd name="T24" fmla="*/ 13 w 14"/>
                  <a:gd name="T25" fmla="*/ 4 h 21"/>
                  <a:gd name="T26" fmla="*/ 6 w 14"/>
                  <a:gd name="T27" fmla="*/ 4 h 21"/>
                  <a:gd name="T28" fmla="*/ 5 w 14"/>
                  <a:gd name="T29" fmla="*/ 7 h 21"/>
                  <a:gd name="T30" fmla="*/ 8 w 14"/>
                  <a:gd name="T31" fmla="*/ 7 h 21"/>
                  <a:gd name="T32" fmla="*/ 12 w 14"/>
                  <a:gd name="T33" fmla="*/ 8 h 21"/>
                  <a:gd name="T34" fmla="*/ 14 w 14"/>
                  <a:gd name="T35" fmla="*/ 14 h 21"/>
                  <a:gd name="T36" fmla="*/ 13 w 14"/>
                  <a:gd name="T37" fmla="*/ 18 h 21"/>
                  <a:gd name="T38" fmla="*/ 7 w 14"/>
                  <a:gd name="T39" fmla="*/ 21 h 21"/>
                  <a:gd name="T40" fmla="*/ 2 w 14"/>
                  <a:gd name="T41" fmla="*/ 19 h 21"/>
                  <a:gd name="T42" fmla="*/ 0 w 14"/>
                  <a:gd name="T43" fmla="*/ 1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" h="21">
                    <a:moveTo>
                      <a:pt x="0" y="15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5" y="17"/>
                    </a:cubicBezTo>
                    <a:cubicBezTo>
                      <a:pt x="6" y="17"/>
                      <a:pt x="6" y="18"/>
                      <a:pt x="7" y="18"/>
                    </a:cubicBezTo>
                    <a:cubicBezTo>
                      <a:pt x="8" y="18"/>
                      <a:pt x="8" y="17"/>
                      <a:pt x="9" y="17"/>
                    </a:cubicBezTo>
                    <a:cubicBezTo>
                      <a:pt x="10" y="16"/>
                      <a:pt x="10" y="15"/>
                      <a:pt x="10" y="14"/>
                    </a:cubicBezTo>
                    <a:cubicBezTo>
                      <a:pt x="10" y="12"/>
                      <a:pt x="10" y="11"/>
                      <a:pt x="9" y="11"/>
                    </a:cubicBezTo>
                    <a:cubicBezTo>
                      <a:pt x="8" y="10"/>
                      <a:pt x="8" y="10"/>
                      <a:pt x="7" y="10"/>
                    </a:cubicBezTo>
                    <a:cubicBezTo>
                      <a:pt x="6" y="10"/>
                      <a:pt x="5" y="10"/>
                      <a:pt x="4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6" y="7"/>
                      <a:pt x="7" y="7"/>
                      <a:pt x="8" y="7"/>
                    </a:cubicBezTo>
                    <a:cubicBezTo>
                      <a:pt x="9" y="7"/>
                      <a:pt x="11" y="7"/>
                      <a:pt x="12" y="8"/>
                    </a:cubicBezTo>
                    <a:cubicBezTo>
                      <a:pt x="13" y="10"/>
                      <a:pt x="14" y="11"/>
                      <a:pt x="14" y="14"/>
                    </a:cubicBezTo>
                    <a:cubicBezTo>
                      <a:pt x="14" y="15"/>
                      <a:pt x="14" y="17"/>
                      <a:pt x="13" y="18"/>
                    </a:cubicBezTo>
                    <a:cubicBezTo>
                      <a:pt x="11" y="20"/>
                      <a:pt x="9" y="21"/>
                      <a:pt x="7" y="21"/>
                    </a:cubicBezTo>
                    <a:cubicBezTo>
                      <a:pt x="5" y="21"/>
                      <a:pt x="3" y="20"/>
                      <a:pt x="2" y="19"/>
                    </a:cubicBezTo>
                    <a:cubicBezTo>
                      <a:pt x="1" y="18"/>
                      <a:pt x="0" y="17"/>
                      <a:pt x="0" y="15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5" name="îṧļîḋé"/>
              <p:cNvSpPr/>
              <p:nvPr/>
            </p:nvSpPr>
            <p:spPr bwMode="auto">
              <a:xfrm>
                <a:off x="3179763" y="3330575"/>
                <a:ext cx="46038" cy="73025"/>
              </a:xfrm>
              <a:custGeom>
                <a:avLst/>
                <a:gdLst>
                  <a:gd name="T0" fmla="*/ 3 w 14"/>
                  <a:gd name="T1" fmla="*/ 10 h 22"/>
                  <a:gd name="T2" fmla="*/ 1 w 14"/>
                  <a:gd name="T3" fmla="*/ 8 h 22"/>
                  <a:gd name="T4" fmla="*/ 0 w 14"/>
                  <a:gd name="T5" fmla="*/ 6 h 22"/>
                  <a:gd name="T6" fmla="*/ 2 w 14"/>
                  <a:gd name="T7" fmla="*/ 2 h 22"/>
                  <a:gd name="T8" fmla="*/ 7 w 14"/>
                  <a:gd name="T9" fmla="*/ 0 h 22"/>
                  <a:gd name="T10" fmla="*/ 11 w 14"/>
                  <a:gd name="T11" fmla="*/ 2 h 22"/>
                  <a:gd name="T12" fmla="*/ 13 w 14"/>
                  <a:gd name="T13" fmla="*/ 6 h 22"/>
                  <a:gd name="T14" fmla="*/ 12 w 14"/>
                  <a:gd name="T15" fmla="*/ 8 h 22"/>
                  <a:gd name="T16" fmla="*/ 10 w 14"/>
                  <a:gd name="T17" fmla="*/ 10 h 22"/>
                  <a:gd name="T18" fmla="*/ 13 w 14"/>
                  <a:gd name="T19" fmla="*/ 12 h 22"/>
                  <a:gd name="T20" fmla="*/ 14 w 14"/>
                  <a:gd name="T21" fmla="*/ 15 h 22"/>
                  <a:gd name="T22" fmla="*/ 12 w 14"/>
                  <a:gd name="T23" fmla="*/ 20 h 22"/>
                  <a:gd name="T24" fmla="*/ 7 w 14"/>
                  <a:gd name="T25" fmla="*/ 22 h 22"/>
                  <a:gd name="T26" fmla="*/ 2 w 14"/>
                  <a:gd name="T27" fmla="*/ 20 h 22"/>
                  <a:gd name="T28" fmla="*/ 0 w 14"/>
                  <a:gd name="T29" fmla="*/ 16 h 22"/>
                  <a:gd name="T30" fmla="*/ 1 w 14"/>
                  <a:gd name="T31" fmla="*/ 12 h 22"/>
                  <a:gd name="T32" fmla="*/ 3 w 14"/>
                  <a:gd name="T33" fmla="*/ 10 h 22"/>
                  <a:gd name="T34" fmla="*/ 4 w 14"/>
                  <a:gd name="T35" fmla="*/ 6 h 22"/>
                  <a:gd name="T36" fmla="*/ 5 w 14"/>
                  <a:gd name="T37" fmla="*/ 8 h 22"/>
                  <a:gd name="T38" fmla="*/ 7 w 14"/>
                  <a:gd name="T39" fmla="*/ 9 h 22"/>
                  <a:gd name="T40" fmla="*/ 8 w 14"/>
                  <a:gd name="T41" fmla="*/ 8 h 22"/>
                  <a:gd name="T42" fmla="*/ 9 w 14"/>
                  <a:gd name="T43" fmla="*/ 6 h 22"/>
                  <a:gd name="T44" fmla="*/ 8 w 14"/>
                  <a:gd name="T45" fmla="*/ 4 h 22"/>
                  <a:gd name="T46" fmla="*/ 7 w 14"/>
                  <a:gd name="T47" fmla="*/ 4 h 22"/>
                  <a:gd name="T48" fmla="*/ 5 w 14"/>
                  <a:gd name="T49" fmla="*/ 4 h 22"/>
                  <a:gd name="T50" fmla="*/ 4 w 14"/>
                  <a:gd name="T51" fmla="*/ 6 h 22"/>
                  <a:gd name="T52" fmla="*/ 4 w 14"/>
                  <a:gd name="T53" fmla="*/ 15 h 22"/>
                  <a:gd name="T54" fmla="*/ 5 w 14"/>
                  <a:gd name="T55" fmla="*/ 18 h 22"/>
                  <a:gd name="T56" fmla="*/ 7 w 14"/>
                  <a:gd name="T57" fmla="*/ 19 h 22"/>
                  <a:gd name="T58" fmla="*/ 9 w 14"/>
                  <a:gd name="T59" fmla="*/ 18 h 22"/>
                  <a:gd name="T60" fmla="*/ 10 w 14"/>
                  <a:gd name="T61" fmla="*/ 15 h 22"/>
                  <a:gd name="T62" fmla="*/ 9 w 14"/>
                  <a:gd name="T63" fmla="*/ 13 h 22"/>
                  <a:gd name="T64" fmla="*/ 7 w 14"/>
                  <a:gd name="T65" fmla="*/ 12 h 22"/>
                  <a:gd name="T66" fmla="*/ 4 w 14"/>
                  <a:gd name="T67" fmla="*/ 13 h 22"/>
                  <a:gd name="T68" fmla="*/ 4 w 14"/>
                  <a:gd name="T69" fmla="*/ 1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" h="22">
                    <a:moveTo>
                      <a:pt x="3" y="10"/>
                    </a:moveTo>
                    <a:cubicBezTo>
                      <a:pt x="2" y="10"/>
                      <a:pt x="1" y="9"/>
                      <a:pt x="1" y="8"/>
                    </a:cubicBezTo>
                    <a:cubicBezTo>
                      <a:pt x="1" y="8"/>
                      <a:pt x="0" y="7"/>
                      <a:pt x="0" y="6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3" y="1"/>
                      <a:pt x="5" y="0"/>
                      <a:pt x="7" y="0"/>
                    </a:cubicBezTo>
                    <a:cubicBezTo>
                      <a:pt x="9" y="0"/>
                      <a:pt x="10" y="1"/>
                      <a:pt x="11" y="2"/>
                    </a:cubicBezTo>
                    <a:cubicBezTo>
                      <a:pt x="12" y="3"/>
                      <a:pt x="13" y="4"/>
                      <a:pt x="13" y="6"/>
                    </a:cubicBezTo>
                    <a:cubicBezTo>
                      <a:pt x="13" y="7"/>
                      <a:pt x="13" y="8"/>
                      <a:pt x="12" y="8"/>
                    </a:cubicBezTo>
                    <a:cubicBezTo>
                      <a:pt x="12" y="9"/>
                      <a:pt x="11" y="10"/>
                      <a:pt x="10" y="10"/>
                    </a:cubicBezTo>
                    <a:cubicBezTo>
                      <a:pt x="11" y="11"/>
                      <a:pt x="12" y="11"/>
                      <a:pt x="13" y="12"/>
                    </a:cubicBezTo>
                    <a:cubicBezTo>
                      <a:pt x="13" y="13"/>
                      <a:pt x="14" y="14"/>
                      <a:pt x="14" y="15"/>
                    </a:cubicBezTo>
                    <a:cubicBezTo>
                      <a:pt x="14" y="17"/>
                      <a:pt x="13" y="19"/>
                      <a:pt x="12" y="20"/>
                    </a:cubicBezTo>
                    <a:cubicBezTo>
                      <a:pt x="10" y="21"/>
                      <a:pt x="9" y="22"/>
                      <a:pt x="7" y="22"/>
                    </a:cubicBezTo>
                    <a:cubicBezTo>
                      <a:pt x="5" y="22"/>
                      <a:pt x="3" y="21"/>
                      <a:pt x="2" y="20"/>
                    </a:cubicBezTo>
                    <a:cubicBezTo>
                      <a:pt x="1" y="19"/>
                      <a:pt x="0" y="18"/>
                      <a:pt x="0" y="16"/>
                    </a:cubicBezTo>
                    <a:cubicBezTo>
                      <a:pt x="0" y="14"/>
                      <a:pt x="0" y="13"/>
                      <a:pt x="1" y="12"/>
                    </a:cubicBezTo>
                    <a:cubicBezTo>
                      <a:pt x="1" y="11"/>
                      <a:pt x="2" y="11"/>
                      <a:pt x="3" y="10"/>
                    </a:cubicBezTo>
                    <a:close/>
                    <a:moveTo>
                      <a:pt x="4" y="6"/>
                    </a:moveTo>
                    <a:cubicBezTo>
                      <a:pt x="4" y="7"/>
                      <a:pt x="4" y="8"/>
                      <a:pt x="5" y="8"/>
                    </a:cubicBezTo>
                    <a:cubicBezTo>
                      <a:pt x="5" y="8"/>
                      <a:pt x="6" y="9"/>
                      <a:pt x="7" y="9"/>
                    </a:cubicBezTo>
                    <a:cubicBezTo>
                      <a:pt x="7" y="9"/>
                      <a:pt x="8" y="8"/>
                      <a:pt x="8" y="8"/>
                    </a:cubicBezTo>
                    <a:cubicBezTo>
                      <a:pt x="9" y="8"/>
                      <a:pt x="9" y="7"/>
                      <a:pt x="9" y="6"/>
                    </a:cubicBezTo>
                    <a:cubicBezTo>
                      <a:pt x="9" y="5"/>
                      <a:pt x="9" y="5"/>
                      <a:pt x="8" y="4"/>
                    </a:cubicBezTo>
                    <a:cubicBezTo>
                      <a:pt x="8" y="4"/>
                      <a:pt x="7" y="4"/>
                      <a:pt x="7" y="4"/>
                    </a:cubicBezTo>
                    <a:cubicBezTo>
                      <a:pt x="6" y="4"/>
                      <a:pt x="5" y="4"/>
                      <a:pt x="5" y="4"/>
                    </a:cubicBezTo>
                    <a:cubicBezTo>
                      <a:pt x="4" y="5"/>
                      <a:pt x="4" y="5"/>
                      <a:pt x="4" y="6"/>
                    </a:cubicBezTo>
                    <a:close/>
                    <a:moveTo>
                      <a:pt x="4" y="15"/>
                    </a:moveTo>
                    <a:cubicBezTo>
                      <a:pt x="4" y="16"/>
                      <a:pt x="4" y="17"/>
                      <a:pt x="5" y="18"/>
                    </a:cubicBezTo>
                    <a:cubicBezTo>
                      <a:pt x="5" y="18"/>
                      <a:pt x="6" y="19"/>
                      <a:pt x="7" y="19"/>
                    </a:cubicBezTo>
                    <a:cubicBezTo>
                      <a:pt x="8" y="19"/>
                      <a:pt x="8" y="18"/>
                      <a:pt x="9" y="18"/>
                    </a:cubicBezTo>
                    <a:cubicBezTo>
                      <a:pt x="9" y="17"/>
                      <a:pt x="10" y="16"/>
                      <a:pt x="10" y="15"/>
                    </a:cubicBezTo>
                    <a:cubicBezTo>
                      <a:pt x="10" y="14"/>
                      <a:pt x="9" y="13"/>
                      <a:pt x="9" y="13"/>
                    </a:cubicBezTo>
                    <a:cubicBezTo>
                      <a:pt x="8" y="12"/>
                      <a:pt x="7" y="12"/>
                      <a:pt x="7" y="12"/>
                    </a:cubicBezTo>
                    <a:cubicBezTo>
                      <a:pt x="6" y="12"/>
                      <a:pt x="5" y="12"/>
                      <a:pt x="4" y="13"/>
                    </a:cubicBezTo>
                    <a:cubicBezTo>
                      <a:pt x="4" y="14"/>
                      <a:pt x="4" y="14"/>
                      <a:pt x="4" y="15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6" name="îSļïďè"/>
              <p:cNvSpPr/>
              <p:nvPr/>
            </p:nvSpPr>
            <p:spPr bwMode="auto">
              <a:xfrm>
                <a:off x="3271838" y="2860675"/>
                <a:ext cx="125413" cy="128588"/>
              </a:xfrm>
              <a:custGeom>
                <a:avLst/>
                <a:gdLst>
                  <a:gd name="T0" fmla="*/ 15 w 38"/>
                  <a:gd name="T1" fmla="*/ 26 h 39"/>
                  <a:gd name="T2" fmla="*/ 24 w 38"/>
                  <a:gd name="T3" fmla="*/ 16 h 39"/>
                  <a:gd name="T4" fmla="*/ 24 w 38"/>
                  <a:gd name="T5" fmla="*/ 20 h 39"/>
                  <a:gd name="T6" fmla="*/ 25 w 38"/>
                  <a:gd name="T7" fmla="*/ 23 h 39"/>
                  <a:gd name="T8" fmla="*/ 28 w 38"/>
                  <a:gd name="T9" fmla="*/ 21 h 39"/>
                  <a:gd name="T10" fmla="*/ 28 w 38"/>
                  <a:gd name="T11" fmla="*/ 22 h 39"/>
                  <a:gd name="T12" fmla="*/ 27 w 38"/>
                  <a:gd name="T13" fmla="*/ 27 h 39"/>
                  <a:gd name="T14" fmla="*/ 20 w 38"/>
                  <a:gd name="T15" fmla="*/ 24 h 39"/>
                  <a:gd name="T16" fmla="*/ 23 w 38"/>
                  <a:gd name="T17" fmla="*/ 31 h 39"/>
                  <a:gd name="T18" fmla="*/ 20 w 38"/>
                  <a:gd name="T19" fmla="*/ 31 h 39"/>
                  <a:gd name="T20" fmla="*/ 15 w 38"/>
                  <a:gd name="T21" fmla="*/ 26 h 39"/>
                  <a:gd name="T22" fmla="*/ 29 w 38"/>
                  <a:gd name="T23" fmla="*/ 3 h 39"/>
                  <a:gd name="T24" fmla="*/ 25 w 38"/>
                  <a:gd name="T25" fmla="*/ 13 h 39"/>
                  <a:gd name="T26" fmla="*/ 22 w 38"/>
                  <a:gd name="T27" fmla="*/ 13 h 39"/>
                  <a:gd name="T28" fmla="*/ 19 w 38"/>
                  <a:gd name="T29" fmla="*/ 15 h 39"/>
                  <a:gd name="T30" fmla="*/ 22 w 38"/>
                  <a:gd name="T31" fmla="*/ 7 h 39"/>
                  <a:gd name="T32" fmla="*/ 26 w 38"/>
                  <a:gd name="T33" fmla="*/ 1 h 39"/>
                  <a:gd name="T34" fmla="*/ 23 w 38"/>
                  <a:gd name="T35" fmla="*/ 0 h 39"/>
                  <a:gd name="T36" fmla="*/ 14 w 38"/>
                  <a:gd name="T37" fmla="*/ 7 h 39"/>
                  <a:gd name="T38" fmla="*/ 11 w 38"/>
                  <a:gd name="T39" fmla="*/ 7 h 39"/>
                  <a:gd name="T40" fmla="*/ 12 w 38"/>
                  <a:gd name="T41" fmla="*/ 9 h 39"/>
                  <a:gd name="T42" fmla="*/ 17 w 38"/>
                  <a:gd name="T43" fmla="*/ 10 h 39"/>
                  <a:gd name="T44" fmla="*/ 14 w 38"/>
                  <a:gd name="T45" fmla="*/ 17 h 39"/>
                  <a:gd name="T46" fmla="*/ 7 w 38"/>
                  <a:gd name="T47" fmla="*/ 20 h 39"/>
                  <a:gd name="T48" fmla="*/ 7 w 38"/>
                  <a:gd name="T49" fmla="*/ 20 h 39"/>
                  <a:gd name="T50" fmla="*/ 3 w 38"/>
                  <a:gd name="T51" fmla="*/ 19 h 39"/>
                  <a:gd name="T52" fmla="*/ 0 w 38"/>
                  <a:gd name="T53" fmla="*/ 24 h 39"/>
                  <a:gd name="T54" fmla="*/ 4 w 38"/>
                  <a:gd name="T55" fmla="*/ 27 h 39"/>
                  <a:gd name="T56" fmla="*/ 4 w 38"/>
                  <a:gd name="T57" fmla="*/ 27 h 39"/>
                  <a:gd name="T58" fmla="*/ 9 w 38"/>
                  <a:gd name="T59" fmla="*/ 27 h 39"/>
                  <a:gd name="T60" fmla="*/ 11 w 38"/>
                  <a:gd name="T61" fmla="*/ 32 h 39"/>
                  <a:gd name="T62" fmla="*/ 14 w 38"/>
                  <a:gd name="T63" fmla="*/ 36 h 39"/>
                  <a:gd name="T64" fmla="*/ 14 w 38"/>
                  <a:gd name="T65" fmla="*/ 31 h 39"/>
                  <a:gd name="T66" fmla="*/ 15 w 38"/>
                  <a:gd name="T67" fmla="*/ 31 h 39"/>
                  <a:gd name="T68" fmla="*/ 19 w 38"/>
                  <a:gd name="T69" fmla="*/ 35 h 39"/>
                  <a:gd name="T70" fmla="*/ 22 w 38"/>
                  <a:gd name="T71" fmla="*/ 35 h 39"/>
                  <a:gd name="T72" fmla="*/ 28 w 38"/>
                  <a:gd name="T73" fmla="*/ 35 h 39"/>
                  <a:gd name="T74" fmla="*/ 32 w 38"/>
                  <a:gd name="T75" fmla="*/ 39 h 39"/>
                  <a:gd name="T76" fmla="*/ 36 w 38"/>
                  <a:gd name="T77" fmla="*/ 36 h 39"/>
                  <a:gd name="T78" fmla="*/ 36 w 38"/>
                  <a:gd name="T79" fmla="*/ 35 h 39"/>
                  <a:gd name="T80" fmla="*/ 30 w 38"/>
                  <a:gd name="T81" fmla="*/ 29 h 39"/>
                  <a:gd name="T82" fmla="*/ 32 w 38"/>
                  <a:gd name="T83" fmla="*/ 21 h 39"/>
                  <a:gd name="T84" fmla="*/ 27 w 38"/>
                  <a:gd name="T85" fmla="*/ 17 h 39"/>
                  <a:gd name="T86" fmla="*/ 28 w 38"/>
                  <a:gd name="T87" fmla="*/ 15 h 39"/>
                  <a:gd name="T88" fmla="*/ 34 w 38"/>
                  <a:gd name="T89" fmla="*/ 13 h 39"/>
                  <a:gd name="T90" fmla="*/ 38 w 38"/>
                  <a:gd name="T91" fmla="*/ 9 h 39"/>
                  <a:gd name="T92" fmla="*/ 32 w 38"/>
                  <a:gd name="T93" fmla="*/ 5 h 39"/>
                  <a:gd name="T94" fmla="*/ 33 w 38"/>
                  <a:gd name="T95" fmla="*/ 3 h 39"/>
                  <a:gd name="T96" fmla="*/ 30 w 38"/>
                  <a:gd name="T97" fmla="*/ 0 h 39"/>
                  <a:gd name="T98" fmla="*/ 29 w 38"/>
                  <a:gd name="T99" fmla="*/ 3 h 39"/>
                  <a:gd name="T100" fmla="*/ 31 w 38"/>
                  <a:gd name="T101" fmla="*/ 8 h 39"/>
                  <a:gd name="T102" fmla="*/ 32 w 38"/>
                  <a:gd name="T103" fmla="*/ 9 h 39"/>
                  <a:gd name="T104" fmla="*/ 33 w 38"/>
                  <a:gd name="T105" fmla="*/ 12 h 39"/>
                  <a:gd name="T106" fmla="*/ 29 w 38"/>
                  <a:gd name="T107" fmla="*/ 12 h 39"/>
                  <a:gd name="T108" fmla="*/ 31 w 38"/>
                  <a:gd name="T109" fmla="*/ 8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8" h="39">
                    <a:moveTo>
                      <a:pt x="15" y="26"/>
                    </a:moveTo>
                    <a:cubicBezTo>
                      <a:pt x="15" y="22"/>
                      <a:pt x="21" y="15"/>
                      <a:pt x="24" y="16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1"/>
                      <a:pt x="24" y="23"/>
                      <a:pt x="25" y="23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28" y="25"/>
                      <a:pt x="27" y="25"/>
                      <a:pt x="27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3" y="31"/>
                      <a:pt x="23" y="31"/>
                      <a:pt x="23" y="31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18" y="31"/>
                      <a:pt x="15" y="29"/>
                      <a:pt x="15" y="26"/>
                    </a:cubicBezTo>
                    <a:close/>
                    <a:moveTo>
                      <a:pt x="29" y="3"/>
                    </a:moveTo>
                    <a:cubicBezTo>
                      <a:pt x="29" y="4"/>
                      <a:pt x="26" y="10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3"/>
                      <a:pt x="21" y="15"/>
                      <a:pt x="19" y="15"/>
                    </a:cubicBezTo>
                    <a:cubicBezTo>
                      <a:pt x="20" y="13"/>
                      <a:pt x="20" y="10"/>
                      <a:pt x="22" y="7"/>
                    </a:cubicBezTo>
                    <a:cubicBezTo>
                      <a:pt x="23" y="4"/>
                      <a:pt x="26" y="5"/>
                      <a:pt x="26" y="1"/>
                    </a:cubicBezTo>
                    <a:cubicBezTo>
                      <a:pt x="26" y="1"/>
                      <a:pt x="24" y="0"/>
                      <a:pt x="23" y="0"/>
                    </a:cubicBezTo>
                    <a:cubicBezTo>
                      <a:pt x="21" y="0"/>
                      <a:pt x="21" y="7"/>
                      <a:pt x="14" y="7"/>
                    </a:cubicBezTo>
                    <a:cubicBezTo>
                      <a:pt x="12" y="7"/>
                      <a:pt x="13" y="7"/>
                      <a:pt x="11" y="7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10"/>
                      <a:pt x="15" y="16"/>
                      <a:pt x="14" y="17"/>
                    </a:cubicBezTo>
                    <a:cubicBezTo>
                      <a:pt x="13" y="19"/>
                      <a:pt x="10" y="20"/>
                      <a:pt x="7" y="20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1" y="22"/>
                      <a:pt x="0" y="22"/>
                      <a:pt x="0" y="24"/>
                    </a:cubicBezTo>
                    <a:cubicBezTo>
                      <a:pt x="1" y="26"/>
                      <a:pt x="1" y="27"/>
                      <a:pt x="4" y="27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9" y="30"/>
                      <a:pt x="10" y="30"/>
                      <a:pt x="11" y="32"/>
                    </a:cubicBezTo>
                    <a:cubicBezTo>
                      <a:pt x="12" y="36"/>
                      <a:pt x="10" y="34"/>
                      <a:pt x="14" y="36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5" y="33"/>
                      <a:pt x="16" y="35"/>
                      <a:pt x="19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4" y="35"/>
                      <a:pt x="26" y="34"/>
                      <a:pt x="28" y="35"/>
                    </a:cubicBezTo>
                    <a:cubicBezTo>
                      <a:pt x="30" y="37"/>
                      <a:pt x="30" y="39"/>
                      <a:pt x="32" y="39"/>
                    </a:cubicBezTo>
                    <a:cubicBezTo>
                      <a:pt x="34" y="39"/>
                      <a:pt x="36" y="37"/>
                      <a:pt x="36" y="36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6" y="31"/>
                      <a:pt x="30" y="30"/>
                      <a:pt x="30" y="29"/>
                    </a:cubicBezTo>
                    <a:cubicBezTo>
                      <a:pt x="30" y="27"/>
                      <a:pt x="32" y="24"/>
                      <a:pt x="32" y="21"/>
                    </a:cubicBezTo>
                    <a:cubicBezTo>
                      <a:pt x="32" y="19"/>
                      <a:pt x="29" y="18"/>
                      <a:pt x="27" y="17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32" y="15"/>
                      <a:pt x="31" y="14"/>
                      <a:pt x="34" y="13"/>
                    </a:cubicBezTo>
                    <a:cubicBezTo>
                      <a:pt x="36" y="12"/>
                      <a:pt x="38" y="12"/>
                      <a:pt x="38" y="9"/>
                    </a:cubicBezTo>
                    <a:cubicBezTo>
                      <a:pt x="35" y="8"/>
                      <a:pt x="33" y="8"/>
                      <a:pt x="32" y="5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2" y="2"/>
                      <a:pt x="32" y="0"/>
                      <a:pt x="30" y="0"/>
                    </a:cubicBezTo>
                    <a:cubicBezTo>
                      <a:pt x="27" y="0"/>
                      <a:pt x="29" y="2"/>
                      <a:pt x="29" y="3"/>
                    </a:cubicBezTo>
                    <a:close/>
                    <a:moveTo>
                      <a:pt x="31" y="8"/>
                    </a:moveTo>
                    <a:cubicBezTo>
                      <a:pt x="32" y="8"/>
                      <a:pt x="32" y="9"/>
                      <a:pt x="32" y="9"/>
                    </a:cubicBezTo>
                    <a:cubicBezTo>
                      <a:pt x="34" y="11"/>
                      <a:pt x="33" y="12"/>
                      <a:pt x="33" y="12"/>
                    </a:cubicBezTo>
                    <a:cubicBezTo>
                      <a:pt x="33" y="12"/>
                      <a:pt x="29" y="13"/>
                      <a:pt x="29" y="12"/>
                    </a:cubicBezTo>
                    <a:cubicBezTo>
                      <a:pt x="29" y="11"/>
                      <a:pt x="30" y="8"/>
                      <a:pt x="31" y="8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7" name="îṡḷiḋè"/>
              <p:cNvSpPr/>
              <p:nvPr/>
            </p:nvSpPr>
            <p:spPr bwMode="auto">
              <a:xfrm>
                <a:off x="3440113" y="2943225"/>
                <a:ext cx="134938" cy="109538"/>
              </a:xfrm>
              <a:custGeom>
                <a:avLst/>
                <a:gdLst>
                  <a:gd name="T0" fmla="*/ 20 w 41"/>
                  <a:gd name="T1" fmla="*/ 11 h 33"/>
                  <a:gd name="T2" fmla="*/ 14 w 41"/>
                  <a:gd name="T3" fmla="*/ 8 h 33"/>
                  <a:gd name="T4" fmla="*/ 13 w 41"/>
                  <a:gd name="T5" fmla="*/ 11 h 33"/>
                  <a:gd name="T6" fmla="*/ 16 w 41"/>
                  <a:gd name="T7" fmla="*/ 14 h 33"/>
                  <a:gd name="T8" fmla="*/ 18 w 41"/>
                  <a:gd name="T9" fmla="*/ 14 h 33"/>
                  <a:gd name="T10" fmla="*/ 17 w 41"/>
                  <a:gd name="T11" fmla="*/ 16 h 33"/>
                  <a:gd name="T12" fmla="*/ 14 w 41"/>
                  <a:gd name="T13" fmla="*/ 14 h 33"/>
                  <a:gd name="T14" fmla="*/ 13 w 41"/>
                  <a:gd name="T15" fmla="*/ 14 h 33"/>
                  <a:gd name="T16" fmla="*/ 5 w 41"/>
                  <a:gd name="T17" fmla="*/ 16 h 33"/>
                  <a:gd name="T18" fmla="*/ 0 w 41"/>
                  <a:gd name="T19" fmla="*/ 21 h 33"/>
                  <a:gd name="T20" fmla="*/ 0 w 41"/>
                  <a:gd name="T21" fmla="*/ 25 h 33"/>
                  <a:gd name="T22" fmla="*/ 1 w 41"/>
                  <a:gd name="T23" fmla="*/ 26 h 33"/>
                  <a:gd name="T24" fmla="*/ 9 w 41"/>
                  <a:gd name="T25" fmla="*/ 22 h 33"/>
                  <a:gd name="T26" fmla="*/ 12 w 41"/>
                  <a:gd name="T27" fmla="*/ 23 h 33"/>
                  <a:gd name="T28" fmla="*/ 9 w 41"/>
                  <a:gd name="T29" fmla="*/ 29 h 33"/>
                  <a:gd name="T30" fmla="*/ 10 w 41"/>
                  <a:gd name="T31" fmla="*/ 32 h 33"/>
                  <a:gd name="T32" fmla="*/ 17 w 41"/>
                  <a:gd name="T33" fmla="*/ 24 h 33"/>
                  <a:gd name="T34" fmla="*/ 16 w 41"/>
                  <a:gd name="T35" fmla="*/ 30 h 33"/>
                  <a:gd name="T36" fmla="*/ 20 w 41"/>
                  <a:gd name="T37" fmla="*/ 33 h 33"/>
                  <a:gd name="T38" fmla="*/ 22 w 41"/>
                  <a:gd name="T39" fmla="*/ 32 h 33"/>
                  <a:gd name="T40" fmla="*/ 24 w 41"/>
                  <a:gd name="T41" fmla="*/ 24 h 33"/>
                  <a:gd name="T42" fmla="*/ 22 w 41"/>
                  <a:gd name="T43" fmla="*/ 20 h 33"/>
                  <a:gd name="T44" fmla="*/ 18 w 41"/>
                  <a:gd name="T45" fmla="*/ 20 h 33"/>
                  <a:gd name="T46" fmla="*/ 22 w 41"/>
                  <a:gd name="T47" fmla="*/ 14 h 33"/>
                  <a:gd name="T48" fmla="*/ 22 w 41"/>
                  <a:gd name="T49" fmla="*/ 15 h 33"/>
                  <a:gd name="T50" fmla="*/ 33 w 41"/>
                  <a:gd name="T51" fmla="*/ 15 h 33"/>
                  <a:gd name="T52" fmla="*/ 33 w 41"/>
                  <a:gd name="T53" fmla="*/ 15 h 33"/>
                  <a:gd name="T54" fmla="*/ 34 w 41"/>
                  <a:gd name="T55" fmla="*/ 14 h 33"/>
                  <a:gd name="T56" fmla="*/ 29 w 41"/>
                  <a:gd name="T57" fmla="*/ 10 h 33"/>
                  <a:gd name="T58" fmla="*/ 27 w 41"/>
                  <a:gd name="T59" fmla="*/ 12 h 33"/>
                  <a:gd name="T60" fmla="*/ 26 w 41"/>
                  <a:gd name="T61" fmla="*/ 12 h 33"/>
                  <a:gd name="T62" fmla="*/ 25 w 41"/>
                  <a:gd name="T63" fmla="*/ 12 h 33"/>
                  <a:gd name="T64" fmla="*/ 28 w 41"/>
                  <a:gd name="T65" fmla="*/ 0 h 33"/>
                  <a:gd name="T66" fmla="*/ 20 w 41"/>
                  <a:gd name="T67" fmla="*/ 11 h 33"/>
                  <a:gd name="T68" fmla="*/ 34 w 41"/>
                  <a:gd name="T69" fmla="*/ 5 h 33"/>
                  <a:gd name="T70" fmla="*/ 34 w 41"/>
                  <a:gd name="T71" fmla="*/ 3 h 33"/>
                  <a:gd name="T72" fmla="*/ 41 w 41"/>
                  <a:gd name="T73" fmla="*/ 9 h 33"/>
                  <a:gd name="T74" fmla="*/ 37 w 41"/>
                  <a:gd name="T75" fmla="*/ 12 h 33"/>
                  <a:gd name="T76" fmla="*/ 34 w 41"/>
                  <a:gd name="T77" fmla="*/ 11 h 33"/>
                  <a:gd name="T78" fmla="*/ 35 w 41"/>
                  <a:gd name="T79" fmla="*/ 9 h 33"/>
                  <a:gd name="T80" fmla="*/ 34 w 41"/>
                  <a:gd name="T81" fmla="*/ 8 h 33"/>
                  <a:gd name="T82" fmla="*/ 34 w 41"/>
                  <a:gd name="T83" fmla="*/ 5 h 33"/>
                  <a:gd name="T84" fmla="*/ 11 w 41"/>
                  <a:gd name="T85" fmla="*/ 18 h 33"/>
                  <a:gd name="T86" fmla="*/ 14 w 41"/>
                  <a:gd name="T87" fmla="*/ 17 h 33"/>
                  <a:gd name="T88" fmla="*/ 15 w 41"/>
                  <a:gd name="T89" fmla="*/ 18 h 33"/>
                  <a:gd name="T90" fmla="*/ 11 w 41"/>
                  <a:gd name="T91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1" h="33">
                    <a:moveTo>
                      <a:pt x="20" y="11"/>
                    </a:moveTo>
                    <a:cubicBezTo>
                      <a:pt x="17" y="11"/>
                      <a:pt x="16" y="9"/>
                      <a:pt x="14" y="8"/>
                    </a:cubicBezTo>
                    <a:cubicBezTo>
                      <a:pt x="14" y="9"/>
                      <a:pt x="13" y="9"/>
                      <a:pt x="13" y="11"/>
                    </a:cubicBezTo>
                    <a:cubicBezTo>
                      <a:pt x="13" y="13"/>
                      <a:pt x="14" y="14"/>
                      <a:pt x="16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6" y="15"/>
                      <a:pt x="15" y="14"/>
                      <a:pt x="14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0" y="14"/>
                      <a:pt x="8" y="15"/>
                      <a:pt x="5" y="16"/>
                    </a:cubicBezTo>
                    <a:cubicBezTo>
                      <a:pt x="1" y="17"/>
                      <a:pt x="3" y="19"/>
                      <a:pt x="0" y="21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6"/>
                      <a:pt x="1" y="26"/>
                    </a:cubicBezTo>
                    <a:cubicBezTo>
                      <a:pt x="5" y="26"/>
                      <a:pt x="8" y="22"/>
                      <a:pt x="9" y="22"/>
                    </a:cubicBezTo>
                    <a:cubicBezTo>
                      <a:pt x="11" y="22"/>
                      <a:pt x="11" y="22"/>
                      <a:pt x="12" y="23"/>
                    </a:cubicBezTo>
                    <a:cubicBezTo>
                      <a:pt x="11" y="25"/>
                      <a:pt x="9" y="26"/>
                      <a:pt x="9" y="29"/>
                    </a:cubicBezTo>
                    <a:cubicBezTo>
                      <a:pt x="9" y="31"/>
                      <a:pt x="10" y="32"/>
                      <a:pt x="10" y="32"/>
                    </a:cubicBezTo>
                    <a:cubicBezTo>
                      <a:pt x="13" y="30"/>
                      <a:pt x="13" y="24"/>
                      <a:pt x="17" y="24"/>
                    </a:cubicBezTo>
                    <a:cubicBezTo>
                      <a:pt x="16" y="30"/>
                      <a:pt x="16" y="30"/>
                      <a:pt x="16" y="30"/>
                    </a:cubicBezTo>
                    <a:cubicBezTo>
                      <a:pt x="16" y="32"/>
                      <a:pt x="19" y="33"/>
                      <a:pt x="20" y="33"/>
                    </a:cubicBezTo>
                    <a:cubicBezTo>
                      <a:pt x="21" y="33"/>
                      <a:pt x="22" y="33"/>
                      <a:pt x="22" y="32"/>
                    </a:cubicBezTo>
                    <a:cubicBezTo>
                      <a:pt x="22" y="29"/>
                      <a:pt x="23" y="26"/>
                      <a:pt x="24" y="24"/>
                    </a:cubicBezTo>
                    <a:cubicBezTo>
                      <a:pt x="24" y="22"/>
                      <a:pt x="22" y="20"/>
                      <a:pt x="22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29" y="10"/>
                      <a:pt x="29" y="10"/>
                      <a:pt x="29" y="10"/>
                    </a:cubicBezTo>
                    <a:cubicBezTo>
                      <a:pt x="29" y="11"/>
                      <a:pt x="29" y="12"/>
                      <a:pt x="27" y="12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4" y="12"/>
                      <a:pt x="26" y="12"/>
                      <a:pt x="25" y="12"/>
                    </a:cubicBezTo>
                    <a:cubicBezTo>
                      <a:pt x="25" y="11"/>
                      <a:pt x="34" y="0"/>
                      <a:pt x="28" y="0"/>
                    </a:cubicBezTo>
                    <a:cubicBezTo>
                      <a:pt x="28" y="2"/>
                      <a:pt x="21" y="11"/>
                      <a:pt x="20" y="11"/>
                    </a:cubicBezTo>
                    <a:close/>
                    <a:moveTo>
                      <a:pt x="34" y="5"/>
                    </a:moveTo>
                    <a:cubicBezTo>
                      <a:pt x="34" y="4"/>
                      <a:pt x="34" y="4"/>
                      <a:pt x="34" y="3"/>
                    </a:cubicBezTo>
                    <a:cubicBezTo>
                      <a:pt x="39" y="6"/>
                      <a:pt x="38" y="4"/>
                      <a:pt x="41" y="9"/>
                    </a:cubicBezTo>
                    <a:cubicBezTo>
                      <a:pt x="40" y="11"/>
                      <a:pt x="40" y="12"/>
                      <a:pt x="37" y="12"/>
                    </a:cubicBezTo>
                    <a:cubicBezTo>
                      <a:pt x="36" y="12"/>
                      <a:pt x="35" y="11"/>
                      <a:pt x="34" y="11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4" y="9"/>
                      <a:pt x="34" y="9"/>
                      <a:pt x="34" y="8"/>
                    </a:cubicBezTo>
                    <a:cubicBezTo>
                      <a:pt x="34" y="5"/>
                      <a:pt x="34" y="5"/>
                      <a:pt x="34" y="5"/>
                    </a:cubicBezTo>
                    <a:close/>
                    <a:moveTo>
                      <a:pt x="11" y="18"/>
                    </a:moveTo>
                    <a:cubicBezTo>
                      <a:pt x="10" y="17"/>
                      <a:pt x="13" y="17"/>
                      <a:pt x="14" y="17"/>
                    </a:cubicBezTo>
                    <a:cubicBezTo>
                      <a:pt x="15" y="17"/>
                      <a:pt x="15" y="17"/>
                      <a:pt x="15" y="18"/>
                    </a:cubicBezTo>
                    <a:cubicBezTo>
                      <a:pt x="14" y="20"/>
                      <a:pt x="12" y="20"/>
                      <a:pt x="11" y="18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8" name="îsľíḑè"/>
              <p:cNvSpPr/>
              <p:nvPr/>
            </p:nvSpPr>
            <p:spPr bwMode="auto">
              <a:xfrm>
                <a:off x="2717800" y="3430588"/>
                <a:ext cx="736600" cy="527050"/>
              </a:xfrm>
              <a:custGeom>
                <a:avLst/>
                <a:gdLst>
                  <a:gd name="T0" fmla="*/ 2 w 223"/>
                  <a:gd name="T1" fmla="*/ 13 h 159"/>
                  <a:gd name="T2" fmla="*/ 14 w 223"/>
                  <a:gd name="T3" fmla="*/ 15 h 159"/>
                  <a:gd name="T4" fmla="*/ 14 w 223"/>
                  <a:gd name="T5" fmla="*/ 0 h 159"/>
                  <a:gd name="T6" fmla="*/ 3 w 223"/>
                  <a:gd name="T7" fmla="*/ 32 h 159"/>
                  <a:gd name="T8" fmla="*/ 2 w 223"/>
                  <a:gd name="T9" fmla="*/ 26 h 159"/>
                  <a:gd name="T10" fmla="*/ 20 w 223"/>
                  <a:gd name="T11" fmla="*/ 34 h 159"/>
                  <a:gd name="T12" fmla="*/ 13 w 223"/>
                  <a:gd name="T13" fmla="*/ 32 h 159"/>
                  <a:gd name="T14" fmla="*/ 16 w 223"/>
                  <a:gd name="T15" fmla="*/ 38 h 159"/>
                  <a:gd name="T16" fmla="*/ 18 w 223"/>
                  <a:gd name="T17" fmla="*/ 45 h 159"/>
                  <a:gd name="T18" fmla="*/ 15 w 223"/>
                  <a:gd name="T19" fmla="*/ 60 h 159"/>
                  <a:gd name="T20" fmla="*/ 21 w 223"/>
                  <a:gd name="T21" fmla="*/ 56 h 159"/>
                  <a:gd name="T22" fmla="*/ 23 w 223"/>
                  <a:gd name="T23" fmla="*/ 62 h 159"/>
                  <a:gd name="T24" fmla="*/ 23 w 223"/>
                  <a:gd name="T25" fmla="*/ 66 h 159"/>
                  <a:gd name="T26" fmla="*/ 26 w 223"/>
                  <a:gd name="T27" fmla="*/ 64 h 159"/>
                  <a:gd name="T28" fmla="*/ 26 w 223"/>
                  <a:gd name="T29" fmla="*/ 79 h 159"/>
                  <a:gd name="T30" fmla="*/ 25 w 223"/>
                  <a:gd name="T31" fmla="*/ 77 h 159"/>
                  <a:gd name="T32" fmla="*/ 41 w 223"/>
                  <a:gd name="T33" fmla="*/ 76 h 159"/>
                  <a:gd name="T34" fmla="*/ 35 w 223"/>
                  <a:gd name="T35" fmla="*/ 78 h 159"/>
                  <a:gd name="T36" fmla="*/ 42 w 223"/>
                  <a:gd name="T37" fmla="*/ 86 h 159"/>
                  <a:gd name="T38" fmla="*/ 33 w 223"/>
                  <a:gd name="T39" fmla="*/ 89 h 159"/>
                  <a:gd name="T40" fmla="*/ 35 w 223"/>
                  <a:gd name="T41" fmla="*/ 100 h 159"/>
                  <a:gd name="T42" fmla="*/ 51 w 223"/>
                  <a:gd name="T43" fmla="*/ 98 h 159"/>
                  <a:gd name="T44" fmla="*/ 48 w 223"/>
                  <a:gd name="T45" fmla="*/ 93 h 159"/>
                  <a:gd name="T46" fmla="*/ 49 w 223"/>
                  <a:gd name="T47" fmla="*/ 110 h 159"/>
                  <a:gd name="T48" fmla="*/ 53 w 223"/>
                  <a:gd name="T49" fmla="*/ 113 h 159"/>
                  <a:gd name="T50" fmla="*/ 70 w 223"/>
                  <a:gd name="T51" fmla="*/ 110 h 159"/>
                  <a:gd name="T52" fmla="*/ 65 w 223"/>
                  <a:gd name="T53" fmla="*/ 110 h 159"/>
                  <a:gd name="T54" fmla="*/ 62 w 223"/>
                  <a:gd name="T55" fmla="*/ 123 h 159"/>
                  <a:gd name="T56" fmla="*/ 77 w 223"/>
                  <a:gd name="T57" fmla="*/ 121 h 159"/>
                  <a:gd name="T58" fmla="*/ 71 w 223"/>
                  <a:gd name="T59" fmla="*/ 123 h 159"/>
                  <a:gd name="T60" fmla="*/ 77 w 223"/>
                  <a:gd name="T61" fmla="*/ 116 h 159"/>
                  <a:gd name="T62" fmla="*/ 84 w 223"/>
                  <a:gd name="T63" fmla="*/ 134 h 159"/>
                  <a:gd name="T64" fmla="*/ 84 w 223"/>
                  <a:gd name="T65" fmla="*/ 128 h 159"/>
                  <a:gd name="T66" fmla="*/ 96 w 223"/>
                  <a:gd name="T67" fmla="*/ 130 h 159"/>
                  <a:gd name="T68" fmla="*/ 90 w 223"/>
                  <a:gd name="T69" fmla="*/ 140 h 159"/>
                  <a:gd name="T70" fmla="*/ 100 w 223"/>
                  <a:gd name="T71" fmla="*/ 147 h 159"/>
                  <a:gd name="T72" fmla="*/ 102 w 223"/>
                  <a:gd name="T73" fmla="*/ 137 h 159"/>
                  <a:gd name="T74" fmla="*/ 116 w 223"/>
                  <a:gd name="T75" fmla="*/ 151 h 159"/>
                  <a:gd name="T76" fmla="*/ 113 w 223"/>
                  <a:gd name="T77" fmla="*/ 143 h 159"/>
                  <a:gd name="T78" fmla="*/ 109 w 223"/>
                  <a:gd name="T79" fmla="*/ 139 h 159"/>
                  <a:gd name="T80" fmla="*/ 129 w 223"/>
                  <a:gd name="T81" fmla="*/ 148 h 159"/>
                  <a:gd name="T82" fmla="*/ 128 w 223"/>
                  <a:gd name="T83" fmla="*/ 153 h 159"/>
                  <a:gd name="T84" fmla="*/ 134 w 223"/>
                  <a:gd name="T85" fmla="*/ 147 h 159"/>
                  <a:gd name="T86" fmla="*/ 152 w 223"/>
                  <a:gd name="T87" fmla="*/ 157 h 159"/>
                  <a:gd name="T88" fmla="*/ 150 w 223"/>
                  <a:gd name="T89" fmla="*/ 150 h 159"/>
                  <a:gd name="T90" fmla="*/ 155 w 223"/>
                  <a:gd name="T91" fmla="*/ 156 h 159"/>
                  <a:gd name="T92" fmla="*/ 150 w 223"/>
                  <a:gd name="T93" fmla="*/ 154 h 159"/>
                  <a:gd name="T94" fmla="*/ 169 w 223"/>
                  <a:gd name="T95" fmla="*/ 157 h 159"/>
                  <a:gd name="T96" fmla="*/ 163 w 223"/>
                  <a:gd name="T97" fmla="*/ 151 h 159"/>
                  <a:gd name="T98" fmla="*/ 159 w 223"/>
                  <a:gd name="T99" fmla="*/ 148 h 159"/>
                  <a:gd name="T100" fmla="*/ 174 w 223"/>
                  <a:gd name="T101" fmla="*/ 157 h 159"/>
                  <a:gd name="T102" fmla="*/ 181 w 223"/>
                  <a:gd name="T103" fmla="*/ 142 h 159"/>
                  <a:gd name="T104" fmla="*/ 202 w 223"/>
                  <a:gd name="T105" fmla="*/ 142 h 159"/>
                  <a:gd name="T106" fmla="*/ 194 w 223"/>
                  <a:gd name="T107" fmla="*/ 156 h 159"/>
                  <a:gd name="T108" fmla="*/ 201 w 223"/>
                  <a:gd name="T109" fmla="*/ 138 h 159"/>
                  <a:gd name="T110" fmla="*/ 204 w 223"/>
                  <a:gd name="T111" fmla="*/ 143 h 159"/>
                  <a:gd name="T112" fmla="*/ 223 w 223"/>
                  <a:gd name="T113" fmla="*/ 144 h 159"/>
                  <a:gd name="T114" fmla="*/ 219 w 223"/>
                  <a:gd name="T115" fmla="*/ 14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23" h="159">
                    <a:moveTo>
                      <a:pt x="15" y="0"/>
                    </a:moveTo>
                    <a:cubicBezTo>
                      <a:pt x="15" y="8"/>
                      <a:pt x="15" y="8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3" y="6"/>
                      <a:pt x="12" y="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7"/>
                      <a:pt x="3" y="7"/>
                      <a:pt x="2" y="7"/>
                    </a:cubicBezTo>
                    <a:cubicBezTo>
                      <a:pt x="2" y="8"/>
                      <a:pt x="2" y="8"/>
                      <a:pt x="1" y="9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1"/>
                      <a:pt x="1" y="12"/>
                      <a:pt x="2" y="13"/>
                    </a:cubicBezTo>
                    <a:cubicBezTo>
                      <a:pt x="2" y="13"/>
                      <a:pt x="3" y="14"/>
                      <a:pt x="3" y="14"/>
                    </a:cubicBezTo>
                    <a:cubicBezTo>
                      <a:pt x="4" y="14"/>
                      <a:pt x="5" y="14"/>
                      <a:pt x="7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2"/>
                      <a:pt x="15" y="12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6"/>
                      <a:pt x="15" y="15"/>
                      <a:pt x="15" y="15"/>
                    </a:cubicBezTo>
                    <a:cubicBezTo>
                      <a:pt x="15" y="15"/>
                      <a:pt x="15" y="15"/>
                      <a:pt x="14" y="15"/>
                    </a:cubicBezTo>
                    <a:cubicBezTo>
                      <a:pt x="14" y="14"/>
                      <a:pt x="14" y="14"/>
                      <a:pt x="13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6" y="15"/>
                      <a:pt x="4" y="15"/>
                      <a:pt x="3" y="15"/>
                    </a:cubicBezTo>
                    <a:cubicBezTo>
                      <a:pt x="3" y="15"/>
                      <a:pt x="2" y="14"/>
                      <a:pt x="1" y="13"/>
                    </a:cubicBezTo>
                    <a:cubicBezTo>
                      <a:pt x="0" y="13"/>
                      <a:pt x="0" y="11"/>
                      <a:pt x="0" y="10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5"/>
                      <a:pt x="1" y="4"/>
                      <a:pt x="2" y="4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2"/>
                      <a:pt x="14" y="2"/>
                    </a:cubicBezTo>
                    <a:cubicBezTo>
                      <a:pt x="14" y="2"/>
                      <a:pt x="14" y="2"/>
                      <a:pt x="14" y="1"/>
                    </a:cubicBezTo>
                    <a:cubicBezTo>
                      <a:pt x="14" y="1"/>
                      <a:pt x="14" y="1"/>
                      <a:pt x="14" y="0"/>
                    </a:cubicBezTo>
                    <a:cubicBezTo>
                      <a:pt x="15" y="0"/>
                      <a:pt x="15" y="0"/>
                      <a:pt x="15" y="0"/>
                    </a:cubicBezTo>
                    <a:close/>
                    <a:moveTo>
                      <a:pt x="12" y="23"/>
                    </a:move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2" y="24"/>
                      <a:pt x="12" y="24"/>
                    </a:cubicBezTo>
                    <a:cubicBezTo>
                      <a:pt x="13" y="25"/>
                      <a:pt x="13" y="25"/>
                      <a:pt x="13" y="26"/>
                    </a:cubicBezTo>
                    <a:cubicBezTo>
                      <a:pt x="13" y="27"/>
                      <a:pt x="13" y="27"/>
                      <a:pt x="13" y="28"/>
                    </a:cubicBezTo>
                    <a:cubicBezTo>
                      <a:pt x="13" y="28"/>
                      <a:pt x="12" y="29"/>
                      <a:pt x="12" y="29"/>
                    </a:cubicBezTo>
                    <a:cubicBezTo>
                      <a:pt x="11" y="29"/>
                      <a:pt x="10" y="29"/>
                      <a:pt x="9" y="30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4" y="31"/>
                      <a:pt x="4" y="31"/>
                      <a:pt x="4" y="31"/>
                    </a:cubicBezTo>
                    <a:cubicBezTo>
                      <a:pt x="4" y="31"/>
                      <a:pt x="4" y="32"/>
                      <a:pt x="4" y="32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27"/>
                      <a:pt x="4" y="27"/>
                      <a:pt x="5" y="27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5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1" y="24"/>
                      <a:pt x="11" y="24"/>
                      <a:pt x="10" y="23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5"/>
                      <a:pt x="3" y="25"/>
                      <a:pt x="3" y="25"/>
                    </a:cubicBezTo>
                    <a:cubicBezTo>
                      <a:pt x="2" y="25"/>
                      <a:pt x="2" y="25"/>
                      <a:pt x="2" y="26"/>
                    </a:cubicBezTo>
                    <a:cubicBezTo>
                      <a:pt x="2" y="26"/>
                      <a:pt x="2" y="26"/>
                      <a:pt x="2" y="26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1"/>
                      <a:pt x="3" y="21"/>
                      <a:pt x="3" y="21"/>
                    </a:cubicBezTo>
                    <a:cubicBezTo>
                      <a:pt x="9" y="20"/>
                      <a:pt x="9" y="20"/>
                      <a:pt x="9" y="20"/>
                    </a:cubicBezTo>
                    <a:cubicBezTo>
                      <a:pt x="10" y="20"/>
                      <a:pt x="11" y="20"/>
                      <a:pt x="11" y="19"/>
                    </a:cubicBezTo>
                    <a:cubicBezTo>
                      <a:pt x="11" y="19"/>
                      <a:pt x="11" y="19"/>
                      <a:pt x="11" y="18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3"/>
                      <a:pt x="12" y="23"/>
                      <a:pt x="12" y="23"/>
                    </a:cubicBezTo>
                    <a:close/>
                    <a:moveTo>
                      <a:pt x="20" y="32"/>
                    </a:moveTo>
                    <a:cubicBezTo>
                      <a:pt x="20" y="33"/>
                      <a:pt x="20" y="33"/>
                      <a:pt x="20" y="34"/>
                    </a:cubicBezTo>
                    <a:cubicBezTo>
                      <a:pt x="20" y="34"/>
                      <a:pt x="20" y="34"/>
                      <a:pt x="19" y="34"/>
                    </a:cubicBezTo>
                    <a:cubicBezTo>
                      <a:pt x="19" y="34"/>
                      <a:pt x="18" y="34"/>
                      <a:pt x="18" y="34"/>
                    </a:cubicBezTo>
                    <a:cubicBezTo>
                      <a:pt x="17" y="34"/>
                      <a:pt x="17" y="33"/>
                      <a:pt x="17" y="33"/>
                    </a:cubicBezTo>
                    <a:cubicBezTo>
                      <a:pt x="17" y="33"/>
                      <a:pt x="17" y="32"/>
                      <a:pt x="17" y="32"/>
                    </a:cubicBezTo>
                    <a:cubicBezTo>
                      <a:pt x="17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20" y="31"/>
                    </a:cubicBezTo>
                    <a:cubicBezTo>
                      <a:pt x="20" y="31"/>
                      <a:pt x="20" y="32"/>
                      <a:pt x="20" y="32"/>
                    </a:cubicBezTo>
                    <a:close/>
                    <a:moveTo>
                      <a:pt x="16" y="35"/>
                    </a:moveTo>
                    <a:cubicBezTo>
                      <a:pt x="15" y="31"/>
                      <a:pt x="15" y="31"/>
                      <a:pt x="15" y="31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4" y="32"/>
                    </a:cubicBezTo>
                    <a:cubicBezTo>
                      <a:pt x="14" y="32"/>
                      <a:pt x="14" y="32"/>
                      <a:pt x="13" y="32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5" y="34"/>
                      <a:pt x="5" y="34"/>
                      <a:pt x="5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7" y="38"/>
                      <a:pt x="7" y="37"/>
                      <a:pt x="8" y="37"/>
                    </a:cubicBezTo>
                    <a:cubicBezTo>
                      <a:pt x="16" y="35"/>
                      <a:pt x="16" y="35"/>
                      <a:pt x="16" y="35"/>
                    </a:cubicBezTo>
                    <a:close/>
                    <a:moveTo>
                      <a:pt x="8" y="46"/>
                    </a:moveTo>
                    <a:cubicBezTo>
                      <a:pt x="14" y="40"/>
                      <a:pt x="14" y="40"/>
                      <a:pt x="14" y="40"/>
                    </a:cubicBezTo>
                    <a:cubicBezTo>
                      <a:pt x="15" y="39"/>
                      <a:pt x="16" y="38"/>
                      <a:pt x="16" y="38"/>
                    </a:cubicBezTo>
                    <a:cubicBezTo>
                      <a:pt x="16" y="38"/>
                      <a:pt x="16" y="38"/>
                      <a:pt x="16" y="37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18" y="43"/>
                      <a:pt x="18" y="43"/>
                      <a:pt x="18" y="43"/>
                    </a:cubicBezTo>
                    <a:cubicBezTo>
                      <a:pt x="18" y="43"/>
                      <a:pt x="18" y="43"/>
                      <a:pt x="18" y="43"/>
                    </a:cubicBezTo>
                    <a:cubicBezTo>
                      <a:pt x="18" y="42"/>
                      <a:pt x="17" y="42"/>
                      <a:pt x="17" y="42"/>
                    </a:cubicBezTo>
                    <a:cubicBezTo>
                      <a:pt x="17" y="42"/>
                      <a:pt x="17" y="42"/>
                      <a:pt x="17" y="42"/>
                    </a:cubicBezTo>
                    <a:cubicBezTo>
                      <a:pt x="16" y="42"/>
                      <a:pt x="16" y="43"/>
                      <a:pt x="15" y="43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7" y="46"/>
                      <a:pt x="18" y="46"/>
                      <a:pt x="18" y="46"/>
                    </a:cubicBezTo>
                    <a:cubicBezTo>
                      <a:pt x="18" y="46"/>
                      <a:pt x="18" y="46"/>
                      <a:pt x="18" y="46"/>
                    </a:cubicBezTo>
                    <a:cubicBezTo>
                      <a:pt x="18" y="46"/>
                      <a:pt x="18" y="45"/>
                      <a:pt x="18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8" y="47"/>
                      <a:pt x="17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lose/>
                    <a:moveTo>
                      <a:pt x="19" y="60"/>
                    </a:moveTo>
                    <a:cubicBezTo>
                      <a:pt x="17" y="55"/>
                      <a:pt x="17" y="55"/>
                      <a:pt x="17" y="55"/>
                    </a:cubicBezTo>
                    <a:cubicBezTo>
                      <a:pt x="16" y="55"/>
                      <a:pt x="15" y="56"/>
                      <a:pt x="14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60"/>
                      <a:pt x="14" y="60"/>
                      <a:pt x="15" y="60"/>
                    </a:cubicBezTo>
                    <a:cubicBezTo>
                      <a:pt x="15" y="61"/>
                      <a:pt x="16" y="61"/>
                      <a:pt x="17" y="61"/>
                    </a:cubicBezTo>
                    <a:cubicBezTo>
                      <a:pt x="16" y="61"/>
                      <a:pt x="16" y="61"/>
                      <a:pt x="16" y="61"/>
                    </a:cubicBezTo>
                    <a:cubicBezTo>
                      <a:pt x="15" y="61"/>
                      <a:pt x="14" y="61"/>
                      <a:pt x="13" y="61"/>
                    </a:cubicBezTo>
                    <a:cubicBezTo>
                      <a:pt x="13" y="60"/>
                      <a:pt x="12" y="59"/>
                      <a:pt x="12" y="59"/>
                    </a:cubicBezTo>
                    <a:cubicBezTo>
                      <a:pt x="11" y="57"/>
                      <a:pt x="11" y="56"/>
                      <a:pt x="12" y="54"/>
                    </a:cubicBezTo>
                    <a:cubicBezTo>
                      <a:pt x="13" y="53"/>
                      <a:pt x="14" y="53"/>
                      <a:pt x="15" y="52"/>
                    </a:cubicBezTo>
                    <a:cubicBezTo>
                      <a:pt x="17" y="51"/>
                      <a:pt x="18" y="51"/>
                      <a:pt x="20" y="52"/>
                    </a:cubicBezTo>
                    <a:cubicBezTo>
                      <a:pt x="21" y="52"/>
                      <a:pt x="22" y="53"/>
                      <a:pt x="22" y="54"/>
                    </a:cubicBezTo>
                    <a:cubicBezTo>
                      <a:pt x="23" y="55"/>
                      <a:pt x="23" y="57"/>
                      <a:pt x="22" y="58"/>
                    </a:cubicBezTo>
                    <a:cubicBezTo>
                      <a:pt x="22" y="59"/>
                      <a:pt x="21" y="60"/>
                      <a:pt x="19" y="60"/>
                    </a:cubicBezTo>
                    <a:close/>
                    <a:moveTo>
                      <a:pt x="19" y="57"/>
                    </a:moveTo>
                    <a:cubicBezTo>
                      <a:pt x="20" y="57"/>
                      <a:pt x="21" y="57"/>
                      <a:pt x="21" y="56"/>
                    </a:cubicBezTo>
                    <a:cubicBezTo>
                      <a:pt x="21" y="56"/>
                      <a:pt x="21" y="56"/>
                      <a:pt x="22" y="55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1" y="54"/>
                      <a:pt x="21" y="54"/>
                      <a:pt x="21" y="54"/>
                    </a:cubicBezTo>
                    <a:cubicBezTo>
                      <a:pt x="20" y="54"/>
                      <a:pt x="19" y="54"/>
                      <a:pt x="18" y="54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9" y="57"/>
                      <a:pt x="19" y="57"/>
                      <a:pt x="19" y="57"/>
                    </a:cubicBezTo>
                    <a:close/>
                    <a:moveTo>
                      <a:pt x="26" y="64"/>
                    </a:move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61"/>
                      <a:pt x="24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3" y="62"/>
                      <a:pt x="23" y="62"/>
                      <a:pt x="23" y="62"/>
                    </a:cubicBezTo>
                    <a:cubicBezTo>
                      <a:pt x="17" y="65"/>
                      <a:pt x="17" y="65"/>
                      <a:pt x="17" y="65"/>
                    </a:cubicBezTo>
                    <a:cubicBezTo>
                      <a:pt x="17" y="65"/>
                      <a:pt x="16" y="66"/>
                      <a:pt x="16" y="66"/>
                    </a:cubicBezTo>
                    <a:cubicBezTo>
                      <a:pt x="16" y="66"/>
                      <a:pt x="15" y="65"/>
                      <a:pt x="15" y="65"/>
                    </a:cubicBezTo>
                    <a:cubicBezTo>
                      <a:pt x="15" y="65"/>
                      <a:pt x="15" y="65"/>
                      <a:pt x="15" y="65"/>
                    </a:cubicBezTo>
                    <a:cubicBezTo>
                      <a:pt x="17" y="70"/>
                      <a:pt x="17" y="70"/>
                      <a:pt x="17" y="70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8" y="70"/>
                      <a:pt x="18" y="70"/>
                      <a:pt x="18" y="69"/>
                    </a:cubicBezTo>
                    <a:cubicBezTo>
                      <a:pt x="18" y="69"/>
                      <a:pt x="18" y="69"/>
                      <a:pt x="18" y="69"/>
                    </a:cubicBezTo>
                    <a:cubicBezTo>
                      <a:pt x="18" y="69"/>
                      <a:pt x="18" y="68"/>
                      <a:pt x="18" y="68"/>
                    </a:cubicBezTo>
                    <a:cubicBezTo>
                      <a:pt x="19" y="68"/>
                      <a:pt x="19" y="68"/>
                      <a:pt x="19" y="68"/>
                    </a:cubicBezTo>
                    <a:cubicBezTo>
                      <a:pt x="21" y="67"/>
                      <a:pt x="21" y="67"/>
                      <a:pt x="21" y="67"/>
                    </a:cubicBezTo>
                    <a:cubicBezTo>
                      <a:pt x="22" y="66"/>
                      <a:pt x="23" y="66"/>
                      <a:pt x="23" y="66"/>
                    </a:cubicBezTo>
                    <a:cubicBezTo>
                      <a:pt x="24" y="66"/>
                      <a:pt x="24" y="66"/>
                      <a:pt x="25" y="66"/>
                    </a:cubicBezTo>
                    <a:cubicBezTo>
                      <a:pt x="25" y="66"/>
                      <a:pt x="25" y="66"/>
                      <a:pt x="25" y="66"/>
                    </a:cubicBezTo>
                    <a:cubicBezTo>
                      <a:pt x="25" y="67"/>
                      <a:pt x="25" y="67"/>
                      <a:pt x="25" y="67"/>
                    </a:cubicBezTo>
                    <a:cubicBezTo>
                      <a:pt x="25" y="67"/>
                      <a:pt x="25" y="67"/>
                      <a:pt x="25" y="67"/>
                    </a:cubicBezTo>
                    <a:cubicBezTo>
                      <a:pt x="25" y="68"/>
                      <a:pt x="25" y="68"/>
                      <a:pt x="25" y="69"/>
                    </a:cubicBezTo>
                    <a:cubicBezTo>
                      <a:pt x="25" y="69"/>
                      <a:pt x="26" y="69"/>
                      <a:pt x="26" y="69"/>
                    </a:cubicBezTo>
                    <a:cubicBezTo>
                      <a:pt x="26" y="69"/>
                      <a:pt x="27" y="69"/>
                      <a:pt x="27" y="69"/>
                    </a:cubicBezTo>
                    <a:cubicBezTo>
                      <a:pt x="28" y="69"/>
                      <a:pt x="28" y="68"/>
                      <a:pt x="28" y="68"/>
                    </a:cubicBezTo>
                    <a:cubicBezTo>
                      <a:pt x="28" y="68"/>
                      <a:pt x="28" y="67"/>
                      <a:pt x="28" y="67"/>
                    </a:cubicBezTo>
                    <a:cubicBezTo>
                      <a:pt x="28" y="66"/>
                      <a:pt x="27" y="66"/>
                      <a:pt x="27" y="66"/>
                    </a:cubicBezTo>
                    <a:cubicBezTo>
                      <a:pt x="26" y="65"/>
                      <a:pt x="25" y="65"/>
                      <a:pt x="24" y="65"/>
                    </a:cubicBezTo>
                    <a:cubicBezTo>
                      <a:pt x="26" y="64"/>
                      <a:pt x="26" y="64"/>
                      <a:pt x="26" y="64"/>
                    </a:cubicBezTo>
                    <a:close/>
                    <a:moveTo>
                      <a:pt x="34" y="74"/>
                    </a:moveTo>
                    <a:cubicBezTo>
                      <a:pt x="31" y="76"/>
                      <a:pt x="31" y="76"/>
                      <a:pt x="31" y="76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4"/>
                      <a:pt x="32" y="74"/>
                      <a:pt x="32" y="73"/>
                    </a:cubicBezTo>
                    <a:cubicBezTo>
                      <a:pt x="32" y="72"/>
                      <a:pt x="32" y="72"/>
                      <a:pt x="32" y="71"/>
                    </a:cubicBezTo>
                    <a:cubicBezTo>
                      <a:pt x="32" y="71"/>
                      <a:pt x="31" y="71"/>
                      <a:pt x="31" y="71"/>
                    </a:cubicBezTo>
                    <a:cubicBezTo>
                      <a:pt x="31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2"/>
                      <a:pt x="30" y="73"/>
                      <a:pt x="30" y="74"/>
                    </a:cubicBezTo>
                    <a:cubicBezTo>
                      <a:pt x="29" y="75"/>
                      <a:pt x="29" y="76"/>
                      <a:pt x="29" y="77"/>
                    </a:cubicBezTo>
                    <a:cubicBezTo>
                      <a:pt x="29" y="78"/>
                      <a:pt x="28" y="78"/>
                      <a:pt x="28" y="78"/>
                    </a:cubicBezTo>
                    <a:cubicBezTo>
                      <a:pt x="27" y="79"/>
                      <a:pt x="27" y="79"/>
                      <a:pt x="26" y="79"/>
                    </a:cubicBezTo>
                    <a:cubicBezTo>
                      <a:pt x="25" y="79"/>
                      <a:pt x="25" y="79"/>
                      <a:pt x="24" y="78"/>
                    </a:cubicBezTo>
                    <a:cubicBezTo>
                      <a:pt x="24" y="78"/>
                      <a:pt x="23" y="78"/>
                      <a:pt x="23" y="77"/>
                    </a:cubicBezTo>
                    <a:cubicBezTo>
                      <a:pt x="23" y="77"/>
                      <a:pt x="23" y="76"/>
                      <a:pt x="22" y="75"/>
                    </a:cubicBezTo>
                    <a:cubicBezTo>
                      <a:pt x="22" y="75"/>
                      <a:pt x="22" y="75"/>
                      <a:pt x="22" y="74"/>
                    </a:cubicBezTo>
                    <a:cubicBezTo>
                      <a:pt x="22" y="74"/>
                      <a:pt x="22" y="74"/>
                      <a:pt x="21" y="74"/>
                    </a:cubicBezTo>
                    <a:cubicBezTo>
                      <a:pt x="21" y="74"/>
                      <a:pt x="21" y="74"/>
                      <a:pt x="21" y="74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3"/>
                      <a:pt x="24" y="74"/>
                      <a:pt x="23" y="75"/>
                    </a:cubicBezTo>
                    <a:cubicBezTo>
                      <a:pt x="23" y="75"/>
                      <a:pt x="23" y="76"/>
                      <a:pt x="24" y="76"/>
                    </a:cubicBezTo>
                    <a:cubicBezTo>
                      <a:pt x="24" y="77"/>
                      <a:pt x="24" y="77"/>
                      <a:pt x="24" y="77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6" y="77"/>
                      <a:pt x="26" y="77"/>
                      <a:pt x="26" y="76"/>
                    </a:cubicBezTo>
                    <a:cubicBezTo>
                      <a:pt x="26" y="76"/>
                      <a:pt x="26" y="75"/>
                      <a:pt x="26" y="74"/>
                    </a:cubicBezTo>
                    <a:cubicBezTo>
                      <a:pt x="26" y="73"/>
                      <a:pt x="26" y="72"/>
                      <a:pt x="27" y="71"/>
                    </a:cubicBezTo>
                    <a:cubicBezTo>
                      <a:pt x="27" y="70"/>
                      <a:pt x="27" y="70"/>
                      <a:pt x="28" y="69"/>
                    </a:cubicBezTo>
                    <a:cubicBezTo>
                      <a:pt x="29" y="69"/>
                      <a:pt x="29" y="69"/>
                      <a:pt x="30" y="69"/>
                    </a:cubicBezTo>
                    <a:cubicBezTo>
                      <a:pt x="31" y="69"/>
                      <a:pt x="32" y="70"/>
                      <a:pt x="32" y="71"/>
                    </a:cubicBezTo>
                    <a:cubicBezTo>
                      <a:pt x="33" y="71"/>
                      <a:pt x="33" y="72"/>
                      <a:pt x="33" y="72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3"/>
                      <a:pt x="33" y="73"/>
                      <a:pt x="34" y="73"/>
                    </a:cubicBezTo>
                    <a:cubicBezTo>
                      <a:pt x="34" y="74"/>
                      <a:pt x="34" y="74"/>
                      <a:pt x="34" y="74"/>
                    </a:cubicBezTo>
                    <a:close/>
                    <a:moveTo>
                      <a:pt x="41" y="76"/>
                    </a:moveTo>
                    <a:cubicBezTo>
                      <a:pt x="41" y="76"/>
                      <a:pt x="41" y="77"/>
                      <a:pt x="41" y="77"/>
                    </a:cubicBezTo>
                    <a:cubicBezTo>
                      <a:pt x="41" y="78"/>
                      <a:pt x="41" y="78"/>
                      <a:pt x="41" y="78"/>
                    </a:cubicBezTo>
                    <a:cubicBezTo>
                      <a:pt x="40" y="79"/>
                      <a:pt x="40" y="79"/>
                      <a:pt x="39" y="79"/>
                    </a:cubicBezTo>
                    <a:cubicBezTo>
                      <a:pt x="39" y="78"/>
                      <a:pt x="38" y="78"/>
                      <a:pt x="38" y="78"/>
                    </a:cubicBezTo>
                    <a:cubicBezTo>
                      <a:pt x="38" y="77"/>
                      <a:pt x="38" y="77"/>
                      <a:pt x="38" y="76"/>
                    </a:cubicBezTo>
                    <a:cubicBezTo>
                      <a:pt x="38" y="76"/>
                      <a:pt x="38" y="76"/>
                      <a:pt x="39" y="75"/>
                    </a:cubicBezTo>
                    <a:cubicBezTo>
                      <a:pt x="39" y="75"/>
                      <a:pt x="39" y="75"/>
                      <a:pt x="40" y="75"/>
                    </a:cubicBezTo>
                    <a:cubicBezTo>
                      <a:pt x="40" y="75"/>
                      <a:pt x="41" y="75"/>
                      <a:pt x="41" y="76"/>
                    </a:cubicBezTo>
                    <a:close/>
                    <a:moveTo>
                      <a:pt x="38" y="80"/>
                    </a:moveTo>
                    <a:cubicBezTo>
                      <a:pt x="35" y="76"/>
                      <a:pt x="35" y="76"/>
                      <a:pt x="35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5" y="77"/>
                      <a:pt x="35" y="77"/>
                      <a:pt x="35" y="78"/>
                    </a:cubicBezTo>
                    <a:cubicBezTo>
                      <a:pt x="35" y="78"/>
                      <a:pt x="35" y="78"/>
                      <a:pt x="34" y="79"/>
                    </a:cubicBezTo>
                    <a:cubicBezTo>
                      <a:pt x="29" y="82"/>
                      <a:pt x="29" y="82"/>
                      <a:pt x="29" y="82"/>
                    </a:cubicBezTo>
                    <a:cubicBezTo>
                      <a:pt x="28" y="83"/>
                      <a:pt x="28" y="83"/>
                      <a:pt x="28" y="83"/>
                    </a:cubicBezTo>
                    <a:cubicBezTo>
                      <a:pt x="27" y="83"/>
                      <a:pt x="27" y="82"/>
                      <a:pt x="27" y="82"/>
                    </a:cubicBezTo>
                    <a:cubicBezTo>
                      <a:pt x="26" y="82"/>
                      <a:pt x="26" y="82"/>
                      <a:pt x="26" y="82"/>
                    </a:cubicBezTo>
                    <a:cubicBezTo>
                      <a:pt x="30" y="87"/>
                      <a:pt x="30" y="87"/>
                      <a:pt x="30" y="87"/>
                    </a:cubicBezTo>
                    <a:cubicBezTo>
                      <a:pt x="30" y="87"/>
                      <a:pt x="30" y="87"/>
                      <a:pt x="30" y="87"/>
                    </a:cubicBezTo>
                    <a:cubicBezTo>
                      <a:pt x="30" y="87"/>
                      <a:pt x="30" y="86"/>
                      <a:pt x="30" y="86"/>
                    </a:cubicBezTo>
                    <a:cubicBezTo>
                      <a:pt x="30" y="86"/>
                      <a:pt x="30" y="85"/>
                      <a:pt x="31" y="85"/>
                    </a:cubicBezTo>
                    <a:cubicBezTo>
                      <a:pt x="38" y="80"/>
                      <a:pt x="38" y="80"/>
                      <a:pt x="38" y="80"/>
                    </a:cubicBezTo>
                    <a:close/>
                    <a:moveTo>
                      <a:pt x="45" y="84"/>
                    </a:moveTo>
                    <a:cubicBezTo>
                      <a:pt x="42" y="86"/>
                      <a:pt x="42" y="86"/>
                      <a:pt x="42" y="86"/>
                    </a:cubicBezTo>
                    <a:cubicBezTo>
                      <a:pt x="43" y="88"/>
                      <a:pt x="43" y="88"/>
                      <a:pt x="43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1" y="87"/>
                      <a:pt x="41" y="87"/>
                      <a:pt x="41" y="87"/>
                    </a:cubicBezTo>
                    <a:cubicBezTo>
                      <a:pt x="36" y="91"/>
                      <a:pt x="36" y="91"/>
                      <a:pt x="36" y="91"/>
                    </a:cubicBezTo>
                    <a:cubicBezTo>
                      <a:pt x="35" y="91"/>
                      <a:pt x="35" y="92"/>
                      <a:pt x="35" y="92"/>
                    </a:cubicBezTo>
                    <a:cubicBezTo>
                      <a:pt x="35" y="92"/>
                      <a:pt x="34" y="92"/>
                      <a:pt x="34" y="92"/>
                    </a:cubicBezTo>
                    <a:cubicBezTo>
                      <a:pt x="34" y="93"/>
                      <a:pt x="34" y="93"/>
                      <a:pt x="35" y="93"/>
                    </a:cubicBezTo>
                    <a:cubicBezTo>
                      <a:pt x="35" y="93"/>
                      <a:pt x="35" y="93"/>
                      <a:pt x="36" y="93"/>
                    </a:cubicBezTo>
                    <a:cubicBezTo>
                      <a:pt x="36" y="94"/>
                      <a:pt x="36" y="94"/>
                      <a:pt x="36" y="94"/>
                    </a:cubicBezTo>
                    <a:cubicBezTo>
                      <a:pt x="35" y="94"/>
                      <a:pt x="34" y="94"/>
                      <a:pt x="33" y="93"/>
                    </a:cubicBezTo>
                    <a:cubicBezTo>
                      <a:pt x="32" y="92"/>
                      <a:pt x="32" y="91"/>
                      <a:pt x="32" y="91"/>
                    </a:cubicBezTo>
                    <a:cubicBezTo>
                      <a:pt x="32" y="90"/>
                      <a:pt x="32" y="90"/>
                      <a:pt x="33" y="89"/>
                    </a:cubicBezTo>
                    <a:cubicBezTo>
                      <a:pt x="33" y="89"/>
                      <a:pt x="33" y="89"/>
                      <a:pt x="34" y="88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40" y="83"/>
                      <a:pt x="41" y="84"/>
                      <a:pt x="42" y="84"/>
                    </a:cubicBezTo>
                    <a:cubicBezTo>
                      <a:pt x="43" y="84"/>
                      <a:pt x="44" y="84"/>
                      <a:pt x="45" y="84"/>
                    </a:cubicBezTo>
                    <a:cubicBezTo>
                      <a:pt x="45" y="84"/>
                      <a:pt x="45" y="84"/>
                      <a:pt x="45" y="84"/>
                    </a:cubicBezTo>
                    <a:close/>
                    <a:moveTo>
                      <a:pt x="39" y="100"/>
                    </a:moveTo>
                    <a:cubicBezTo>
                      <a:pt x="38" y="100"/>
                      <a:pt x="38" y="100"/>
                      <a:pt x="38" y="100"/>
                    </a:cubicBezTo>
                    <a:cubicBezTo>
                      <a:pt x="37" y="101"/>
                      <a:pt x="36" y="101"/>
                      <a:pt x="36" y="101"/>
                    </a:cubicBezTo>
                    <a:cubicBezTo>
                      <a:pt x="36" y="101"/>
                      <a:pt x="35" y="101"/>
                      <a:pt x="35" y="100"/>
                    </a:cubicBezTo>
                    <a:cubicBezTo>
                      <a:pt x="35" y="100"/>
                      <a:pt x="35" y="100"/>
                      <a:pt x="35" y="100"/>
                    </a:cubicBezTo>
                    <a:cubicBezTo>
                      <a:pt x="35" y="100"/>
                      <a:pt x="35" y="100"/>
                      <a:pt x="36" y="100"/>
                    </a:cubicBezTo>
                    <a:cubicBezTo>
                      <a:pt x="36" y="99"/>
                      <a:pt x="36" y="99"/>
                      <a:pt x="36" y="99"/>
                    </a:cubicBezTo>
                    <a:cubicBezTo>
                      <a:pt x="36" y="98"/>
                      <a:pt x="36" y="98"/>
                      <a:pt x="36" y="98"/>
                    </a:cubicBezTo>
                    <a:cubicBezTo>
                      <a:pt x="36" y="97"/>
                      <a:pt x="35" y="97"/>
                      <a:pt x="35" y="97"/>
                    </a:cubicBezTo>
                    <a:cubicBezTo>
                      <a:pt x="35" y="97"/>
                      <a:pt x="34" y="97"/>
                      <a:pt x="34" y="98"/>
                    </a:cubicBezTo>
                    <a:cubicBezTo>
                      <a:pt x="33" y="98"/>
                      <a:pt x="33" y="98"/>
                      <a:pt x="33" y="99"/>
                    </a:cubicBezTo>
                    <a:cubicBezTo>
                      <a:pt x="33" y="99"/>
                      <a:pt x="33" y="100"/>
                      <a:pt x="34" y="101"/>
                    </a:cubicBezTo>
                    <a:cubicBezTo>
                      <a:pt x="34" y="101"/>
                      <a:pt x="35" y="102"/>
                      <a:pt x="36" y="102"/>
                    </a:cubicBezTo>
                    <a:cubicBezTo>
                      <a:pt x="36" y="102"/>
                      <a:pt x="38" y="101"/>
                      <a:pt x="40" y="100"/>
                    </a:cubicBezTo>
                    <a:cubicBezTo>
                      <a:pt x="47" y="98"/>
                      <a:pt x="47" y="98"/>
                      <a:pt x="47" y="98"/>
                    </a:cubicBezTo>
                    <a:cubicBezTo>
                      <a:pt x="49" y="97"/>
                      <a:pt x="50" y="97"/>
                      <a:pt x="50" y="97"/>
                    </a:cubicBezTo>
                    <a:cubicBezTo>
                      <a:pt x="50" y="97"/>
                      <a:pt x="51" y="97"/>
                      <a:pt x="51" y="98"/>
                    </a:cubicBezTo>
                    <a:cubicBezTo>
                      <a:pt x="51" y="97"/>
                      <a:pt x="51" y="97"/>
                      <a:pt x="51" y="97"/>
                    </a:cubicBezTo>
                    <a:cubicBezTo>
                      <a:pt x="49" y="94"/>
                      <a:pt x="49" y="94"/>
                      <a:pt x="49" y="94"/>
                    </a:cubicBezTo>
                    <a:cubicBezTo>
                      <a:pt x="49" y="95"/>
                      <a:pt x="49" y="95"/>
                      <a:pt x="49" y="95"/>
                    </a:cubicBezTo>
                    <a:cubicBezTo>
                      <a:pt x="49" y="95"/>
                      <a:pt x="49" y="95"/>
                      <a:pt x="49" y="96"/>
                    </a:cubicBezTo>
                    <a:cubicBezTo>
                      <a:pt x="49" y="96"/>
                      <a:pt x="49" y="96"/>
                      <a:pt x="49" y="96"/>
                    </a:cubicBezTo>
                    <a:cubicBezTo>
                      <a:pt x="48" y="97"/>
                      <a:pt x="48" y="97"/>
                      <a:pt x="46" y="97"/>
                    </a:cubicBezTo>
                    <a:cubicBezTo>
                      <a:pt x="43" y="98"/>
                      <a:pt x="43" y="98"/>
                      <a:pt x="43" y="98"/>
                    </a:cubicBezTo>
                    <a:cubicBezTo>
                      <a:pt x="45" y="94"/>
                      <a:pt x="45" y="94"/>
                      <a:pt x="45" y="94"/>
                    </a:cubicBezTo>
                    <a:cubicBezTo>
                      <a:pt x="46" y="93"/>
                      <a:pt x="46" y="93"/>
                      <a:pt x="46" y="93"/>
                    </a:cubicBezTo>
                    <a:cubicBezTo>
                      <a:pt x="46" y="93"/>
                      <a:pt x="46" y="92"/>
                      <a:pt x="47" y="93"/>
                    </a:cubicBezTo>
                    <a:cubicBezTo>
                      <a:pt x="47" y="93"/>
                      <a:pt x="47" y="93"/>
                      <a:pt x="47" y="93"/>
                    </a:cubicBezTo>
                    <a:cubicBezTo>
                      <a:pt x="48" y="93"/>
                      <a:pt x="48" y="93"/>
                      <a:pt x="48" y="93"/>
                    </a:cubicBezTo>
                    <a:cubicBezTo>
                      <a:pt x="44" y="88"/>
                      <a:pt x="44" y="88"/>
                      <a:pt x="44" y="88"/>
                    </a:cubicBezTo>
                    <a:cubicBezTo>
                      <a:pt x="44" y="88"/>
                      <a:pt x="44" y="88"/>
                      <a:pt x="44" y="88"/>
                    </a:cubicBezTo>
                    <a:cubicBezTo>
                      <a:pt x="44" y="89"/>
                      <a:pt x="44" y="89"/>
                      <a:pt x="44" y="90"/>
                    </a:cubicBezTo>
                    <a:cubicBezTo>
                      <a:pt x="44" y="90"/>
                      <a:pt x="44" y="91"/>
                      <a:pt x="43" y="92"/>
                    </a:cubicBezTo>
                    <a:cubicBezTo>
                      <a:pt x="39" y="100"/>
                      <a:pt x="39" y="100"/>
                      <a:pt x="39" y="100"/>
                    </a:cubicBezTo>
                    <a:close/>
                    <a:moveTo>
                      <a:pt x="58" y="105"/>
                    </a:moveTo>
                    <a:cubicBezTo>
                      <a:pt x="59" y="106"/>
                      <a:pt x="60" y="106"/>
                      <a:pt x="60" y="107"/>
                    </a:cubicBezTo>
                    <a:cubicBezTo>
                      <a:pt x="60" y="108"/>
                      <a:pt x="60" y="109"/>
                      <a:pt x="60" y="110"/>
                    </a:cubicBezTo>
                    <a:cubicBezTo>
                      <a:pt x="60" y="111"/>
                      <a:pt x="59" y="112"/>
                      <a:pt x="58" y="113"/>
                    </a:cubicBezTo>
                    <a:cubicBezTo>
                      <a:pt x="57" y="114"/>
                      <a:pt x="56" y="115"/>
                      <a:pt x="55" y="115"/>
                    </a:cubicBezTo>
                    <a:cubicBezTo>
                      <a:pt x="53" y="115"/>
                      <a:pt x="52" y="115"/>
                      <a:pt x="51" y="114"/>
                    </a:cubicBezTo>
                    <a:cubicBezTo>
                      <a:pt x="50" y="112"/>
                      <a:pt x="49" y="111"/>
                      <a:pt x="49" y="110"/>
                    </a:cubicBezTo>
                    <a:cubicBezTo>
                      <a:pt x="50" y="108"/>
                      <a:pt x="50" y="107"/>
                      <a:pt x="51" y="106"/>
                    </a:cubicBezTo>
                    <a:cubicBezTo>
                      <a:pt x="52" y="105"/>
                      <a:pt x="53" y="104"/>
                      <a:pt x="55" y="104"/>
                    </a:cubicBezTo>
                    <a:cubicBezTo>
                      <a:pt x="56" y="103"/>
                      <a:pt x="57" y="104"/>
                      <a:pt x="58" y="105"/>
                    </a:cubicBezTo>
                    <a:close/>
                    <a:moveTo>
                      <a:pt x="58" y="106"/>
                    </a:moveTo>
                    <a:cubicBezTo>
                      <a:pt x="58" y="105"/>
                      <a:pt x="57" y="105"/>
                      <a:pt x="57" y="105"/>
                    </a:cubicBezTo>
                    <a:cubicBezTo>
                      <a:pt x="57" y="105"/>
                      <a:pt x="56" y="105"/>
                      <a:pt x="55" y="106"/>
                    </a:cubicBezTo>
                    <a:cubicBezTo>
                      <a:pt x="55" y="107"/>
                      <a:pt x="54" y="108"/>
                      <a:pt x="53" y="109"/>
                    </a:cubicBezTo>
                    <a:cubicBezTo>
                      <a:pt x="52" y="109"/>
                      <a:pt x="52" y="110"/>
                      <a:pt x="51" y="111"/>
                    </a:cubicBezTo>
                    <a:cubicBezTo>
                      <a:pt x="51" y="111"/>
                      <a:pt x="51" y="111"/>
                      <a:pt x="51" y="112"/>
                    </a:cubicBezTo>
                    <a:cubicBezTo>
                      <a:pt x="51" y="112"/>
                      <a:pt x="51" y="113"/>
                      <a:pt x="51" y="113"/>
                    </a:cubicBezTo>
                    <a:cubicBezTo>
                      <a:pt x="52" y="113"/>
                      <a:pt x="52" y="113"/>
                      <a:pt x="52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54" y="112"/>
                      <a:pt x="55" y="111"/>
                      <a:pt x="56" y="110"/>
                    </a:cubicBezTo>
                    <a:cubicBezTo>
                      <a:pt x="57" y="109"/>
                      <a:pt x="58" y="108"/>
                      <a:pt x="58" y="108"/>
                    </a:cubicBezTo>
                    <a:cubicBezTo>
                      <a:pt x="58" y="107"/>
                      <a:pt x="58" y="107"/>
                      <a:pt x="58" y="106"/>
                    </a:cubicBezTo>
                    <a:cubicBezTo>
                      <a:pt x="58" y="106"/>
                      <a:pt x="58" y="106"/>
                      <a:pt x="58" y="106"/>
                    </a:cubicBezTo>
                    <a:close/>
                    <a:moveTo>
                      <a:pt x="66" y="114"/>
                    </a:moveTo>
                    <a:cubicBezTo>
                      <a:pt x="67" y="115"/>
                      <a:pt x="67" y="115"/>
                      <a:pt x="67" y="115"/>
                    </a:cubicBezTo>
                    <a:cubicBezTo>
                      <a:pt x="68" y="115"/>
                      <a:pt x="68" y="115"/>
                      <a:pt x="68" y="115"/>
                    </a:cubicBezTo>
                    <a:cubicBezTo>
                      <a:pt x="67" y="113"/>
                      <a:pt x="67" y="113"/>
                      <a:pt x="67" y="113"/>
                    </a:cubicBezTo>
                    <a:cubicBezTo>
                      <a:pt x="68" y="112"/>
                      <a:pt x="68" y="112"/>
                      <a:pt x="68" y="112"/>
                    </a:cubicBezTo>
                    <a:cubicBezTo>
                      <a:pt x="69" y="111"/>
                      <a:pt x="69" y="111"/>
                      <a:pt x="69" y="111"/>
                    </a:cubicBezTo>
                    <a:cubicBezTo>
                      <a:pt x="69" y="110"/>
                      <a:pt x="70" y="110"/>
                      <a:pt x="70" y="110"/>
                    </a:cubicBezTo>
                    <a:cubicBezTo>
                      <a:pt x="70" y="110"/>
                      <a:pt x="70" y="110"/>
                      <a:pt x="70" y="110"/>
                    </a:cubicBezTo>
                    <a:cubicBezTo>
                      <a:pt x="71" y="111"/>
                      <a:pt x="71" y="111"/>
                      <a:pt x="71" y="111"/>
                    </a:cubicBezTo>
                    <a:cubicBezTo>
                      <a:pt x="71" y="111"/>
                      <a:pt x="71" y="111"/>
                      <a:pt x="71" y="111"/>
                    </a:cubicBezTo>
                    <a:cubicBezTo>
                      <a:pt x="70" y="111"/>
                      <a:pt x="70" y="111"/>
                      <a:pt x="70" y="111"/>
                    </a:cubicBezTo>
                    <a:cubicBezTo>
                      <a:pt x="70" y="112"/>
                      <a:pt x="70" y="112"/>
                      <a:pt x="70" y="112"/>
                    </a:cubicBezTo>
                    <a:cubicBezTo>
                      <a:pt x="70" y="112"/>
                      <a:pt x="70" y="112"/>
                      <a:pt x="70" y="113"/>
                    </a:cubicBezTo>
                    <a:cubicBezTo>
                      <a:pt x="70" y="113"/>
                      <a:pt x="70" y="113"/>
                      <a:pt x="70" y="113"/>
                    </a:cubicBezTo>
                    <a:cubicBezTo>
                      <a:pt x="71" y="114"/>
                      <a:pt x="71" y="114"/>
                      <a:pt x="71" y="114"/>
                    </a:cubicBezTo>
                    <a:cubicBezTo>
                      <a:pt x="72" y="114"/>
                      <a:pt x="72" y="114"/>
                      <a:pt x="72" y="113"/>
                    </a:cubicBezTo>
                    <a:cubicBezTo>
                      <a:pt x="73" y="113"/>
                      <a:pt x="73" y="113"/>
                      <a:pt x="72" y="112"/>
                    </a:cubicBezTo>
                    <a:cubicBezTo>
                      <a:pt x="72" y="111"/>
                      <a:pt x="72" y="111"/>
                      <a:pt x="71" y="110"/>
                    </a:cubicBezTo>
                    <a:cubicBezTo>
                      <a:pt x="70" y="109"/>
                      <a:pt x="69" y="109"/>
                      <a:pt x="68" y="109"/>
                    </a:cubicBezTo>
                    <a:cubicBezTo>
                      <a:pt x="67" y="109"/>
                      <a:pt x="66" y="109"/>
                      <a:pt x="65" y="110"/>
                    </a:cubicBezTo>
                    <a:cubicBezTo>
                      <a:pt x="65" y="111"/>
                      <a:pt x="65" y="111"/>
                      <a:pt x="65" y="111"/>
                    </a:cubicBezTo>
                    <a:cubicBezTo>
                      <a:pt x="65" y="111"/>
                      <a:pt x="65" y="111"/>
                      <a:pt x="65" y="111"/>
                    </a:cubicBezTo>
                    <a:cubicBezTo>
                      <a:pt x="63" y="110"/>
                      <a:pt x="63" y="110"/>
                      <a:pt x="63" y="110"/>
                    </a:cubicBezTo>
                    <a:cubicBezTo>
                      <a:pt x="63" y="111"/>
                      <a:pt x="63" y="111"/>
                      <a:pt x="63" y="111"/>
                    </a:cubicBezTo>
                    <a:cubicBezTo>
                      <a:pt x="64" y="112"/>
                      <a:pt x="64" y="112"/>
                      <a:pt x="64" y="112"/>
                    </a:cubicBezTo>
                    <a:cubicBezTo>
                      <a:pt x="59" y="118"/>
                      <a:pt x="59" y="118"/>
                      <a:pt x="59" y="118"/>
                    </a:cubicBezTo>
                    <a:cubicBezTo>
                      <a:pt x="59" y="119"/>
                      <a:pt x="59" y="119"/>
                      <a:pt x="58" y="119"/>
                    </a:cubicBezTo>
                    <a:cubicBezTo>
                      <a:pt x="58" y="119"/>
                      <a:pt x="58" y="119"/>
                      <a:pt x="58" y="119"/>
                    </a:cubicBezTo>
                    <a:cubicBezTo>
                      <a:pt x="58" y="119"/>
                      <a:pt x="57" y="119"/>
                      <a:pt x="57" y="119"/>
                    </a:cubicBezTo>
                    <a:cubicBezTo>
                      <a:pt x="57" y="119"/>
                      <a:pt x="57" y="119"/>
                      <a:pt x="57" y="119"/>
                    </a:cubicBezTo>
                    <a:cubicBezTo>
                      <a:pt x="61" y="123"/>
                      <a:pt x="61" y="123"/>
                      <a:pt x="61" y="123"/>
                    </a:cubicBezTo>
                    <a:cubicBezTo>
                      <a:pt x="62" y="123"/>
                      <a:pt x="62" y="123"/>
                      <a:pt x="62" y="123"/>
                    </a:cubicBezTo>
                    <a:cubicBezTo>
                      <a:pt x="61" y="122"/>
                      <a:pt x="61" y="122"/>
                      <a:pt x="61" y="122"/>
                    </a:cubicBezTo>
                    <a:cubicBezTo>
                      <a:pt x="61" y="121"/>
                      <a:pt x="61" y="121"/>
                      <a:pt x="62" y="120"/>
                    </a:cubicBezTo>
                    <a:cubicBezTo>
                      <a:pt x="66" y="114"/>
                      <a:pt x="66" y="114"/>
                      <a:pt x="66" y="114"/>
                    </a:cubicBezTo>
                    <a:close/>
                    <a:moveTo>
                      <a:pt x="84" y="120"/>
                    </a:moveTo>
                    <a:cubicBezTo>
                      <a:pt x="82" y="125"/>
                      <a:pt x="82" y="125"/>
                      <a:pt x="82" y="125"/>
                    </a:cubicBezTo>
                    <a:cubicBezTo>
                      <a:pt x="81" y="124"/>
                      <a:pt x="81" y="124"/>
                      <a:pt x="81" y="124"/>
                    </a:cubicBezTo>
                    <a:cubicBezTo>
                      <a:pt x="82" y="123"/>
                      <a:pt x="82" y="122"/>
                      <a:pt x="82" y="121"/>
                    </a:cubicBezTo>
                    <a:cubicBezTo>
                      <a:pt x="81" y="120"/>
                      <a:pt x="81" y="119"/>
                      <a:pt x="80" y="118"/>
                    </a:cubicBezTo>
                    <a:cubicBezTo>
                      <a:pt x="79" y="118"/>
                      <a:pt x="79" y="117"/>
                      <a:pt x="78" y="117"/>
                    </a:cubicBezTo>
                    <a:cubicBezTo>
                      <a:pt x="78" y="118"/>
                      <a:pt x="77" y="118"/>
                      <a:pt x="77" y="118"/>
                    </a:cubicBezTo>
                    <a:cubicBezTo>
                      <a:pt x="77" y="119"/>
                      <a:pt x="77" y="119"/>
                      <a:pt x="76" y="119"/>
                    </a:cubicBezTo>
                    <a:cubicBezTo>
                      <a:pt x="76" y="120"/>
                      <a:pt x="77" y="120"/>
                      <a:pt x="77" y="121"/>
                    </a:cubicBezTo>
                    <a:cubicBezTo>
                      <a:pt x="77" y="121"/>
                      <a:pt x="77" y="122"/>
                      <a:pt x="78" y="123"/>
                    </a:cubicBezTo>
                    <a:cubicBezTo>
                      <a:pt x="79" y="125"/>
                      <a:pt x="79" y="127"/>
                      <a:pt x="80" y="128"/>
                    </a:cubicBezTo>
                    <a:cubicBezTo>
                      <a:pt x="80" y="129"/>
                      <a:pt x="79" y="130"/>
                      <a:pt x="79" y="131"/>
                    </a:cubicBezTo>
                    <a:cubicBezTo>
                      <a:pt x="78" y="132"/>
                      <a:pt x="77" y="132"/>
                      <a:pt x="76" y="133"/>
                    </a:cubicBezTo>
                    <a:cubicBezTo>
                      <a:pt x="74" y="133"/>
                      <a:pt x="73" y="132"/>
                      <a:pt x="72" y="131"/>
                    </a:cubicBezTo>
                    <a:cubicBezTo>
                      <a:pt x="71" y="131"/>
                      <a:pt x="71" y="131"/>
                      <a:pt x="71" y="130"/>
                    </a:cubicBezTo>
                    <a:cubicBezTo>
                      <a:pt x="70" y="130"/>
                      <a:pt x="70" y="130"/>
                      <a:pt x="70" y="129"/>
                    </a:cubicBezTo>
                    <a:cubicBezTo>
                      <a:pt x="70" y="129"/>
                      <a:pt x="69" y="128"/>
                      <a:pt x="69" y="128"/>
                    </a:cubicBezTo>
                    <a:cubicBezTo>
                      <a:pt x="69" y="128"/>
                      <a:pt x="69" y="128"/>
                      <a:pt x="68" y="128"/>
                    </a:cubicBezTo>
                    <a:cubicBezTo>
                      <a:pt x="68" y="128"/>
                      <a:pt x="68" y="128"/>
                      <a:pt x="68" y="128"/>
                    </a:cubicBezTo>
                    <a:cubicBezTo>
                      <a:pt x="67" y="128"/>
                      <a:pt x="67" y="128"/>
                      <a:pt x="67" y="128"/>
                    </a:cubicBezTo>
                    <a:cubicBezTo>
                      <a:pt x="71" y="123"/>
                      <a:pt x="71" y="123"/>
                      <a:pt x="71" y="123"/>
                    </a:cubicBezTo>
                    <a:cubicBezTo>
                      <a:pt x="71" y="123"/>
                      <a:pt x="71" y="123"/>
                      <a:pt x="71" y="123"/>
                    </a:cubicBezTo>
                    <a:cubicBezTo>
                      <a:pt x="70" y="125"/>
                      <a:pt x="70" y="126"/>
                      <a:pt x="70" y="128"/>
                    </a:cubicBezTo>
                    <a:cubicBezTo>
                      <a:pt x="71" y="129"/>
                      <a:pt x="71" y="130"/>
                      <a:pt x="72" y="131"/>
                    </a:cubicBezTo>
                    <a:cubicBezTo>
                      <a:pt x="73" y="131"/>
                      <a:pt x="74" y="131"/>
                      <a:pt x="74" y="131"/>
                    </a:cubicBezTo>
                    <a:cubicBezTo>
                      <a:pt x="75" y="131"/>
                      <a:pt x="75" y="131"/>
                      <a:pt x="76" y="130"/>
                    </a:cubicBezTo>
                    <a:cubicBezTo>
                      <a:pt x="76" y="130"/>
                      <a:pt x="76" y="130"/>
                      <a:pt x="76" y="129"/>
                    </a:cubicBezTo>
                    <a:cubicBezTo>
                      <a:pt x="76" y="129"/>
                      <a:pt x="76" y="128"/>
                      <a:pt x="76" y="128"/>
                    </a:cubicBezTo>
                    <a:cubicBezTo>
                      <a:pt x="76" y="127"/>
                      <a:pt x="75" y="127"/>
                      <a:pt x="75" y="126"/>
                    </a:cubicBezTo>
                    <a:cubicBezTo>
                      <a:pt x="74" y="124"/>
                      <a:pt x="74" y="123"/>
                      <a:pt x="73" y="122"/>
                    </a:cubicBezTo>
                    <a:cubicBezTo>
                      <a:pt x="73" y="122"/>
                      <a:pt x="73" y="121"/>
                      <a:pt x="73" y="120"/>
                    </a:cubicBezTo>
                    <a:cubicBezTo>
                      <a:pt x="73" y="119"/>
                      <a:pt x="74" y="119"/>
                      <a:pt x="74" y="118"/>
                    </a:cubicBezTo>
                    <a:cubicBezTo>
                      <a:pt x="75" y="117"/>
                      <a:pt x="76" y="116"/>
                      <a:pt x="77" y="116"/>
                    </a:cubicBezTo>
                    <a:cubicBezTo>
                      <a:pt x="78" y="116"/>
                      <a:pt x="79" y="116"/>
                      <a:pt x="80" y="117"/>
                    </a:cubicBezTo>
                    <a:cubicBezTo>
                      <a:pt x="81" y="117"/>
                      <a:pt x="81" y="118"/>
                      <a:pt x="81" y="118"/>
                    </a:cubicBezTo>
                    <a:cubicBezTo>
                      <a:pt x="82" y="119"/>
                      <a:pt x="82" y="119"/>
                      <a:pt x="82" y="119"/>
                    </a:cubicBezTo>
                    <a:cubicBezTo>
                      <a:pt x="82" y="120"/>
                      <a:pt x="83" y="120"/>
                      <a:pt x="83" y="120"/>
                    </a:cubicBezTo>
                    <a:cubicBezTo>
                      <a:pt x="83" y="121"/>
                      <a:pt x="83" y="121"/>
                      <a:pt x="83" y="121"/>
                    </a:cubicBezTo>
                    <a:cubicBezTo>
                      <a:pt x="83" y="120"/>
                      <a:pt x="84" y="120"/>
                      <a:pt x="84" y="120"/>
                    </a:cubicBezTo>
                    <a:cubicBezTo>
                      <a:pt x="84" y="120"/>
                      <a:pt x="84" y="120"/>
                      <a:pt x="84" y="120"/>
                    </a:cubicBezTo>
                    <a:close/>
                    <a:moveTo>
                      <a:pt x="87" y="138"/>
                    </a:moveTo>
                    <a:cubicBezTo>
                      <a:pt x="87" y="138"/>
                      <a:pt x="86" y="138"/>
                      <a:pt x="86" y="138"/>
                    </a:cubicBezTo>
                    <a:cubicBezTo>
                      <a:pt x="86" y="138"/>
                      <a:pt x="85" y="138"/>
                      <a:pt x="85" y="138"/>
                    </a:cubicBezTo>
                    <a:cubicBezTo>
                      <a:pt x="84" y="138"/>
                      <a:pt x="84" y="137"/>
                      <a:pt x="84" y="137"/>
                    </a:cubicBezTo>
                    <a:cubicBezTo>
                      <a:pt x="84" y="136"/>
                      <a:pt x="84" y="135"/>
                      <a:pt x="84" y="134"/>
                    </a:cubicBezTo>
                    <a:cubicBezTo>
                      <a:pt x="84" y="133"/>
                      <a:pt x="84" y="132"/>
                      <a:pt x="85" y="131"/>
                    </a:cubicBezTo>
                    <a:cubicBezTo>
                      <a:pt x="85" y="130"/>
                      <a:pt x="86" y="130"/>
                      <a:pt x="86" y="129"/>
                    </a:cubicBezTo>
                    <a:cubicBezTo>
                      <a:pt x="87" y="129"/>
                      <a:pt x="87" y="129"/>
                      <a:pt x="88" y="129"/>
                    </a:cubicBezTo>
                    <a:cubicBezTo>
                      <a:pt x="88" y="129"/>
                      <a:pt x="88" y="129"/>
                      <a:pt x="88" y="130"/>
                    </a:cubicBezTo>
                    <a:cubicBezTo>
                      <a:pt x="88" y="130"/>
                      <a:pt x="88" y="130"/>
                      <a:pt x="88" y="131"/>
                    </a:cubicBezTo>
                    <a:cubicBezTo>
                      <a:pt x="87" y="131"/>
                      <a:pt x="87" y="132"/>
                      <a:pt x="87" y="132"/>
                    </a:cubicBezTo>
                    <a:cubicBezTo>
                      <a:pt x="88" y="133"/>
                      <a:pt x="88" y="133"/>
                      <a:pt x="88" y="133"/>
                    </a:cubicBezTo>
                    <a:cubicBezTo>
                      <a:pt x="89" y="134"/>
                      <a:pt x="89" y="134"/>
                      <a:pt x="89" y="134"/>
                    </a:cubicBezTo>
                    <a:cubicBezTo>
                      <a:pt x="90" y="134"/>
                      <a:pt x="90" y="133"/>
                      <a:pt x="90" y="133"/>
                    </a:cubicBezTo>
                    <a:cubicBezTo>
                      <a:pt x="90" y="132"/>
                      <a:pt x="90" y="132"/>
                      <a:pt x="90" y="131"/>
                    </a:cubicBezTo>
                    <a:cubicBezTo>
                      <a:pt x="90" y="130"/>
                      <a:pt x="89" y="129"/>
                      <a:pt x="88" y="129"/>
                    </a:cubicBezTo>
                    <a:cubicBezTo>
                      <a:pt x="87" y="128"/>
                      <a:pt x="85" y="128"/>
                      <a:pt x="84" y="128"/>
                    </a:cubicBezTo>
                    <a:cubicBezTo>
                      <a:pt x="83" y="129"/>
                      <a:pt x="82" y="130"/>
                      <a:pt x="81" y="131"/>
                    </a:cubicBezTo>
                    <a:cubicBezTo>
                      <a:pt x="80" y="133"/>
                      <a:pt x="80" y="134"/>
                      <a:pt x="80" y="136"/>
                    </a:cubicBezTo>
                    <a:cubicBezTo>
                      <a:pt x="81" y="137"/>
                      <a:pt x="81" y="138"/>
                      <a:pt x="83" y="139"/>
                    </a:cubicBezTo>
                    <a:cubicBezTo>
                      <a:pt x="83" y="139"/>
                      <a:pt x="84" y="139"/>
                      <a:pt x="85" y="139"/>
                    </a:cubicBezTo>
                    <a:cubicBezTo>
                      <a:pt x="86" y="139"/>
                      <a:pt x="87" y="139"/>
                      <a:pt x="88" y="138"/>
                    </a:cubicBezTo>
                    <a:cubicBezTo>
                      <a:pt x="87" y="138"/>
                      <a:pt x="87" y="138"/>
                      <a:pt x="87" y="138"/>
                    </a:cubicBezTo>
                    <a:close/>
                    <a:moveTo>
                      <a:pt x="98" y="128"/>
                    </a:moveTo>
                    <a:cubicBezTo>
                      <a:pt x="98" y="128"/>
                      <a:pt x="99" y="129"/>
                      <a:pt x="99" y="129"/>
                    </a:cubicBezTo>
                    <a:cubicBezTo>
                      <a:pt x="99" y="130"/>
                      <a:pt x="99" y="130"/>
                      <a:pt x="99" y="131"/>
                    </a:cubicBezTo>
                    <a:cubicBezTo>
                      <a:pt x="99" y="131"/>
                      <a:pt x="98" y="131"/>
                      <a:pt x="98" y="131"/>
                    </a:cubicBezTo>
                    <a:cubicBezTo>
                      <a:pt x="97" y="132"/>
                      <a:pt x="97" y="132"/>
                      <a:pt x="96" y="131"/>
                    </a:cubicBezTo>
                    <a:cubicBezTo>
                      <a:pt x="96" y="131"/>
                      <a:pt x="96" y="131"/>
                      <a:pt x="96" y="130"/>
                    </a:cubicBezTo>
                    <a:cubicBezTo>
                      <a:pt x="95" y="130"/>
                      <a:pt x="95" y="129"/>
                      <a:pt x="96" y="129"/>
                    </a:cubicBezTo>
                    <a:cubicBezTo>
                      <a:pt x="96" y="128"/>
                      <a:pt x="96" y="128"/>
                      <a:pt x="97" y="128"/>
                    </a:cubicBezTo>
                    <a:cubicBezTo>
                      <a:pt x="97" y="128"/>
                      <a:pt x="98" y="128"/>
                      <a:pt x="98" y="128"/>
                    </a:cubicBezTo>
                    <a:close/>
                    <a:moveTo>
                      <a:pt x="97" y="134"/>
                    </a:moveTo>
                    <a:cubicBezTo>
                      <a:pt x="93" y="142"/>
                      <a:pt x="93" y="142"/>
                      <a:pt x="93" y="142"/>
                    </a:cubicBezTo>
                    <a:cubicBezTo>
                      <a:pt x="93" y="142"/>
                      <a:pt x="93" y="143"/>
                      <a:pt x="93" y="143"/>
                    </a:cubicBezTo>
                    <a:cubicBezTo>
                      <a:pt x="93" y="143"/>
                      <a:pt x="93" y="144"/>
                      <a:pt x="94" y="144"/>
                    </a:cubicBezTo>
                    <a:cubicBezTo>
                      <a:pt x="93" y="144"/>
                      <a:pt x="93" y="144"/>
                      <a:pt x="93" y="144"/>
                    </a:cubicBezTo>
                    <a:cubicBezTo>
                      <a:pt x="88" y="141"/>
                      <a:pt x="88" y="141"/>
                      <a:pt x="88" y="141"/>
                    </a:cubicBezTo>
                    <a:cubicBezTo>
                      <a:pt x="89" y="141"/>
                      <a:pt x="89" y="141"/>
                      <a:pt x="89" y="141"/>
                    </a:cubicBezTo>
                    <a:cubicBezTo>
                      <a:pt x="89" y="141"/>
                      <a:pt x="89" y="141"/>
                      <a:pt x="90" y="141"/>
                    </a:cubicBezTo>
                    <a:cubicBezTo>
                      <a:pt x="90" y="141"/>
                      <a:pt x="90" y="141"/>
                      <a:pt x="90" y="140"/>
                    </a:cubicBezTo>
                    <a:cubicBezTo>
                      <a:pt x="93" y="134"/>
                      <a:pt x="93" y="134"/>
                      <a:pt x="93" y="134"/>
                    </a:cubicBezTo>
                    <a:cubicBezTo>
                      <a:pt x="94" y="134"/>
                      <a:pt x="94" y="133"/>
                      <a:pt x="94" y="133"/>
                    </a:cubicBezTo>
                    <a:cubicBezTo>
                      <a:pt x="94" y="132"/>
                      <a:pt x="93" y="132"/>
                      <a:pt x="93" y="132"/>
                    </a:cubicBezTo>
                    <a:cubicBezTo>
                      <a:pt x="93" y="132"/>
                      <a:pt x="93" y="132"/>
                      <a:pt x="93" y="132"/>
                    </a:cubicBezTo>
                    <a:cubicBezTo>
                      <a:pt x="97" y="134"/>
                      <a:pt x="97" y="134"/>
                      <a:pt x="97" y="134"/>
                    </a:cubicBezTo>
                    <a:close/>
                    <a:moveTo>
                      <a:pt x="106" y="143"/>
                    </a:moveTo>
                    <a:cubicBezTo>
                      <a:pt x="106" y="142"/>
                      <a:pt x="106" y="140"/>
                      <a:pt x="106" y="139"/>
                    </a:cubicBezTo>
                    <a:cubicBezTo>
                      <a:pt x="106" y="138"/>
                      <a:pt x="105" y="137"/>
                      <a:pt x="104" y="137"/>
                    </a:cubicBezTo>
                    <a:cubicBezTo>
                      <a:pt x="103" y="136"/>
                      <a:pt x="102" y="136"/>
                      <a:pt x="100" y="137"/>
                    </a:cubicBezTo>
                    <a:cubicBezTo>
                      <a:pt x="99" y="138"/>
                      <a:pt x="98" y="139"/>
                      <a:pt x="97" y="140"/>
                    </a:cubicBezTo>
                    <a:cubicBezTo>
                      <a:pt x="97" y="142"/>
                      <a:pt x="97" y="143"/>
                      <a:pt x="97" y="144"/>
                    </a:cubicBezTo>
                    <a:cubicBezTo>
                      <a:pt x="97" y="146"/>
                      <a:pt x="98" y="147"/>
                      <a:pt x="100" y="147"/>
                    </a:cubicBezTo>
                    <a:cubicBezTo>
                      <a:pt x="101" y="148"/>
                      <a:pt x="101" y="148"/>
                      <a:pt x="102" y="148"/>
                    </a:cubicBezTo>
                    <a:cubicBezTo>
                      <a:pt x="103" y="147"/>
                      <a:pt x="104" y="147"/>
                      <a:pt x="105" y="146"/>
                    </a:cubicBezTo>
                    <a:cubicBezTo>
                      <a:pt x="105" y="146"/>
                      <a:pt x="105" y="146"/>
                      <a:pt x="105" y="146"/>
                    </a:cubicBezTo>
                    <a:cubicBezTo>
                      <a:pt x="104" y="146"/>
                      <a:pt x="103" y="146"/>
                      <a:pt x="103" y="146"/>
                    </a:cubicBezTo>
                    <a:cubicBezTo>
                      <a:pt x="103" y="147"/>
                      <a:pt x="102" y="147"/>
                      <a:pt x="102" y="146"/>
                    </a:cubicBezTo>
                    <a:cubicBezTo>
                      <a:pt x="101" y="146"/>
                      <a:pt x="101" y="146"/>
                      <a:pt x="100" y="145"/>
                    </a:cubicBezTo>
                    <a:cubicBezTo>
                      <a:pt x="100" y="144"/>
                      <a:pt x="100" y="142"/>
                      <a:pt x="100" y="141"/>
                    </a:cubicBezTo>
                    <a:cubicBezTo>
                      <a:pt x="106" y="143"/>
                      <a:pt x="106" y="143"/>
                      <a:pt x="106" y="143"/>
                    </a:cubicBezTo>
                    <a:close/>
                    <a:moveTo>
                      <a:pt x="104" y="141"/>
                    </a:moveTo>
                    <a:cubicBezTo>
                      <a:pt x="101" y="140"/>
                      <a:pt x="101" y="140"/>
                      <a:pt x="101" y="140"/>
                    </a:cubicBezTo>
                    <a:cubicBezTo>
                      <a:pt x="101" y="140"/>
                      <a:pt x="101" y="140"/>
                      <a:pt x="101" y="140"/>
                    </a:cubicBezTo>
                    <a:cubicBezTo>
                      <a:pt x="101" y="139"/>
                      <a:pt x="102" y="138"/>
                      <a:pt x="102" y="137"/>
                    </a:cubicBezTo>
                    <a:cubicBezTo>
                      <a:pt x="103" y="137"/>
                      <a:pt x="103" y="137"/>
                      <a:pt x="104" y="137"/>
                    </a:cubicBezTo>
                    <a:cubicBezTo>
                      <a:pt x="104" y="137"/>
                      <a:pt x="104" y="137"/>
                      <a:pt x="104" y="138"/>
                    </a:cubicBezTo>
                    <a:cubicBezTo>
                      <a:pt x="104" y="138"/>
                      <a:pt x="104" y="138"/>
                      <a:pt x="104" y="139"/>
                    </a:cubicBezTo>
                    <a:cubicBezTo>
                      <a:pt x="104" y="139"/>
                      <a:pt x="104" y="140"/>
                      <a:pt x="104" y="141"/>
                    </a:cubicBezTo>
                    <a:close/>
                    <a:moveTo>
                      <a:pt x="113" y="141"/>
                    </a:moveTo>
                    <a:cubicBezTo>
                      <a:pt x="113" y="142"/>
                      <a:pt x="113" y="142"/>
                      <a:pt x="113" y="142"/>
                    </a:cubicBezTo>
                    <a:cubicBezTo>
                      <a:pt x="114" y="142"/>
                      <a:pt x="114" y="141"/>
                      <a:pt x="115" y="141"/>
                    </a:cubicBezTo>
                    <a:cubicBezTo>
                      <a:pt x="115" y="141"/>
                      <a:pt x="116" y="141"/>
                      <a:pt x="116" y="141"/>
                    </a:cubicBezTo>
                    <a:cubicBezTo>
                      <a:pt x="117" y="142"/>
                      <a:pt x="118" y="142"/>
                      <a:pt x="118" y="142"/>
                    </a:cubicBezTo>
                    <a:cubicBezTo>
                      <a:pt x="118" y="143"/>
                      <a:pt x="118" y="144"/>
                      <a:pt x="118" y="144"/>
                    </a:cubicBezTo>
                    <a:cubicBezTo>
                      <a:pt x="118" y="145"/>
                      <a:pt x="118" y="145"/>
                      <a:pt x="118" y="147"/>
                    </a:cubicBezTo>
                    <a:cubicBezTo>
                      <a:pt x="116" y="151"/>
                      <a:pt x="116" y="151"/>
                      <a:pt x="116" y="151"/>
                    </a:cubicBezTo>
                    <a:cubicBezTo>
                      <a:pt x="116" y="152"/>
                      <a:pt x="116" y="152"/>
                      <a:pt x="116" y="152"/>
                    </a:cubicBezTo>
                    <a:cubicBezTo>
                      <a:pt x="116" y="153"/>
                      <a:pt x="116" y="153"/>
                      <a:pt x="117" y="153"/>
                    </a:cubicBezTo>
                    <a:cubicBezTo>
                      <a:pt x="117" y="153"/>
                      <a:pt x="117" y="153"/>
                      <a:pt x="117" y="153"/>
                    </a:cubicBezTo>
                    <a:cubicBezTo>
                      <a:pt x="112" y="152"/>
                      <a:pt x="112" y="152"/>
                      <a:pt x="112" y="152"/>
                    </a:cubicBezTo>
                    <a:cubicBezTo>
                      <a:pt x="112" y="151"/>
                      <a:pt x="112" y="151"/>
                      <a:pt x="112" y="151"/>
                    </a:cubicBezTo>
                    <a:cubicBezTo>
                      <a:pt x="112" y="151"/>
                      <a:pt x="113" y="151"/>
                      <a:pt x="113" y="151"/>
                    </a:cubicBezTo>
                    <a:cubicBezTo>
                      <a:pt x="113" y="151"/>
                      <a:pt x="113" y="150"/>
                      <a:pt x="113" y="150"/>
                    </a:cubicBezTo>
                    <a:cubicBezTo>
                      <a:pt x="115" y="145"/>
                      <a:pt x="115" y="145"/>
                      <a:pt x="115" y="145"/>
                    </a:cubicBezTo>
                    <a:cubicBezTo>
                      <a:pt x="115" y="144"/>
                      <a:pt x="115" y="144"/>
                      <a:pt x="115" y="143"/>
                    </a:cubicBezTo>
                    <a:cubicBezTo>
                      <a:pt x="115" y="143"/>
                      <a:pt x="115" y="143"/>
                      <a:pt x="115" y="143"/>
                    </a:cubicBezTo>
                    <a:cubicBezTo>
                      <a:pt x="115" y="143"/>
                      <a:pt x="115" y="142"/>
                      <a:pt x="115" y="142"/>
                    </a:cubicBezTo>
                    <a:cubicBezTo>
                      <a:pt x="114" y="142"/>
                      <a:pt x="113" y="142"/>
                      <a:pt x="113" y="143"/>
                    </a:cubicBezTo>
                    <a:cubicBezTo>
                      <a:pt x="111" y="149"/>
                      <a:pt x="111" y="149"/>
                      <a:pt x="111" y="149"/>
                    </a:cubicBezTo>
                    <a:cubicBezTo>
                      <a:pt x="111" y="150"/>
                      <a:pt x="110" y="150"/>
                      <a:pt x="111" y="150"/>
                    </a:cubicBezTo>
                    <a:cubicBezTo>
                      <a:pt x="111" y="151"/>
                      <a:pt x="111" y="151"/>
                      <a:pt x="111" y="151"/>
                    </a:cubicBezTo>
                    <a:cubicBezTo>
                      <a:pt x="111" y="151"/>
                      <a:pt x="111" y="151"/>
                      <a:pt x="111" y="151"/>
                    </a:cubicBezTo>
                    <a:cubicBezTo>
                      <a:pt x="106" y="150"/>
                      <a:pt x="106" y="150"/>
                      <a:pt x="106" y="150"/>
                    </a:cubicBezTo>
                    <a:cubicBezTo>
                      <a:pt x="106" y="149"/>
                      <a:pt x="106" y="149"/>
                      <a:pt x="106" y="149"/>
                    </a:cubicBezTo>
                    <a:cubicBezTo>
                      <a:pt x="107" y="149"/>
                      <a:pt x="107" y="149"/>
                      <a:pt x="107" y="149"/>
                    </a:cubicBezTo>
                    <a:cubicBezTo>
                      <a:pt x="107" y="149"/>
                      <a:pt x="108" y="149"/>
                      <a:pt x="108" y="148"/>
                    </a:cubicBezTo>
                    <a:cubicBezTo>
                      <a:pt x="110" y="142"/>
                      <a:pt x="110" y="142"/>
                      <a:pt x="110" y="142"/>
                    </a:cubicBezTo>
                    <a:cubicBezTo>
                      <a:pt x="110" y="141"/>
                      <a:pt x="110" y="141"/>
                      <a:pt x="110" y="140"/>
                    </a:cubicBezTo>
                    <a:cubicBezTo>
                      <a:pt x="110" y="140"/>
                      <a:pt x="110" y="140"/>
                      <a:pt x="109" y="140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13" y="141"/>
                      <a:pt x="113" y="141"/>
                      <a:pt x="113" y="141"/>
                    </a:cubicBezTo>
                    <a:close/>
                    <a:moveTo>
                      <a:pt x="128" y="153"/>
                    </a:moveTo>
                    <a:cubicBezTo>
                      <a:pt x="129" y="153"/>
                      <a:pt x="129" y="153"/>
                      <a:pt x="129" y="153"/>
                    </a:cubicBezTo>
                    <a:cubicBezTo>
                      <a:pt x="128" y="154"/>
                      <a:pt x="127" y="155"/>
                      <a:pt x="126" y="155"/>
                    </a:cubicBezTo>
                    <a:cubicBezTo>
                      <a:pt x="126" y="155"/>
                      <a:pt x="125" y="155"/>
                      <a:pt x="124" y="155"/>
                    </a:cubicBezTo>
                    <a:cubicBezTo>
                      <a:pt x="123" y="155"/>
                      <a:pt x="122" y="154"/>
                      <a:pt x="121" y="153"/>
                    </a:cubicBezTo>
                    <a:cubicBezTo>
                      <a:pt x="121" y="152"/>
                      <a:pt x="120" y="150"/>
                      <a:pt x="121" y="149"/>
                    </a:cubicBezTo>
                    <a:cubicBezTo>
                      <a:pt x="121" y="147"/>
                      <a:pt x="122" y="146"/>
                      <a:pt x="123" y="145"/>
                    </a:cubicBezTo>
                    <a:cubicBezTo>
                      <a:pt x="124" y="144"/>
                      <a:pt x="125" y="143"/>
                      <a:pt x="127" y="144"/>
                    </a:cubicBezTo>
                    <a:cubicBezTo>
                      <a:pt x="128" y="144"/>
                      <a:pt x="129" y="145"/>
                      <a:pt x="129" y="145"/>
                    </a:cubicBezTo>
                    <a:cubicBezTo>
                      <a:pt x="130" y="146"/>
                      <a:pt x="130" y="147"/>
                      <a:pt x="130" y="147"/>
                    </a:cubicBezTo>
                    <a:cubicBezTo>
                      <a:pt x="130" y="148"/>
                      <a:pt x="129" y="148"/>
                      <a:pt x="129" y="148"/>
                    </a:cubicBezTo>
                    <a:cubicBezTo>
                      <a:pt x="129" y="149"/>
                      <a:pt x="128" y="149"/>
                      <a:pt x="128" y="149"/>
                    </a:cubicBezTo>
                    <a:cubicBezTo>
                      <a:pt x="128" y="148"/>
                      <a:pt x="127" y="148"/>
                      <a:pt x="127" y="148"/>
                    </a:cubicBezTo>
                    <a:cubicBezTo>
                      <a:pt x="127" y="147"/>
                      <a:pt x="127" y="147"/>
                      <a:pt x="127" y="146"/>
                    </a:cubicBezTo>
                    <a:cubicBezTo>
                      <a:pt x="127" y="146"/>
                      <a:pt x="127" y="145"/>
                      <a:pt x="127" y="145"/>
                    </a:cubicBezTo>
                    <a:cubicBezTo>
                      <a:pt x="127" y="145"/>
                      <a:pt x="127" y="145"/>
                      <a:pt x="126" y="145"/>
                    </a:cubicBezTo>
                    <a:cubicBezTo>
                      <a:pt x="126" y="144"/>
                      <a:pt x="126" y="145"/>
                      <a:pt x="125" y="145"/>
                    </a:cubicBezTo>
                    <a:cubicBezTo>
                      <a:pt x="125" y="145"/>
                      <a:pt x="124" y="146"/>
                      <a:pt x="124" y="148"/>
                    </a:cubicBezTo>
                    <a:cubicBezTo>
                      <a:pt x="124" y="149"/>
                      <a:pt x="124" y="150"/>
                      <a:pt x="124" y="151"/>
                    </a:cubicBezTo>
                    <a:cubicBezTo>
                      <a:pt x="124" y="152"/>
                      <a:pt x="124" y="152"/>
                      <a:pt x="125" y="153"/>
                    </a:cubicBezTo>
                    <a:cubicBezTo>
                      <a:pt x="125" y="153"/>
                      <a:pt x="125" y="154"/>
                      <a:pt x="126" y="154"/>
                    </a:cubicBezTo>
                    <a:cubicBezTo>
                      <a:pt x="126" y="154"/>
                      <a:pt x="127" y="154"/>
                      <a:pt x="127" y="154"/>
                    </a:cubicBezTo>
                    <a:cubicBezTo>
                      <a:pt x="127" y="154"/>
                      <a:pt x="128" y="153"/>
                      <a:pt x="128" y="153"/>
                    </a:cubicBezTo>
                    <a:close/>
                    <a:moveTo>
                      <a:pt x="140" y="152"/>
                    </a:moveTo>
                    <a:cubicBezTo>
                      <a:pt x="134" y="151"/>
                      <a:pt x="134" y="151"/>
                      <a:pt x="134" y="151"/>
                    </a:cubicBezTo>
                    <a:cubicBezTo>
                      <a:pt x="134" y="153"/>
                      <a:pt x="134" y="154"/>
                      <a:pt x="135" y="155"/>
                    </a:cubicBezTo>
                    <a:cubicBezTo>
                      <a:pt x="135" y="156"/>
                      <a:pt x="136" y="156"/>
                      <a:pt x="137" y="156"/>
                    </a:cubicBezTo>
                    <a:cubicBezTo>
                      <a:pt x="137" y="156"/>
                      <a:pt x="138" y="156"/>
                      <a:pt x="138" y="156"/>
                    </a:cubicBezTo>
                    <a:cubicBezTo>
                      <a:pt x="138" y="156"/>
                      <a:pt x="139" y="155"/>
                      <a:pt x="139" y="155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39" y="156"/>
                      <a:pt x="138" y="157"/>
                      <a:pt x="137" y="157"/>
                    </a:cubicBezTo>
                    <a:cubicBezTo>
                      <a:pt x="137" y="158"/>
                      <a:pt x="136" y="158"/>
                      <a:pt x="135" y="158"/>
                    </a:cubicBezTo>
                    <a:cubicBezTo>
                      <a:pt x="133" y="157"/>
                      <a:pt x="132" y="156"/>
                      <a:pt x="132" y="155"/>
                    </a:cubicBezTo>
                    <a:cubicBezTo>
                      <a:pt x="131" y="154"/>
                      <a:pt x="131" y="153"/>
                      <a:pt x="131" y="151"/>
                    </a:cubicBezTo>
                    <a:cubicBezTo>
                      <a:pt x="132" y="149"/>
                      <a:pt x="132" y="148"/>
                      <a:pt x="134" y="147"/>
                    </a:cubicBezTo>
                    <a:cubicBezTo>
                      <a:pt x="135" y="146"/>
                      <a:pt x="136" y="146"/>
                      <a:pt x="137" y="146"/>
                    </a:cubicBezTo>
                    <a:cubicBezTo>
                      <a:pt x="138" y="146"/>
                      <a:pt x="139" y="147"/>
                      <a:pt x="140" y="148"/>
                    </a:cubicBezTo>
                    <a:cubicBezTo>
                      <a:pt x="140" y="149"/>
                      <a:pt x="140" y="150"/>
                      <a:pt x="140" y="152"/>
                    </a:cubicBezTo>
                    <a:close/>
                    <a:moveTo>
                      <a:pt x="138" y="151"/>
                    </a:moveTo>
                    <a:cubicBezTo>
                      <a:pt x="138" y="150"/>
                      <a:pt x="138" y="149"/>
                      <a:pt x="138" y="148"/>
                    </a:cubicBezTo>
                    <a:cubicBezTo>
                      <a:pt x="138" y="148"/>
                      <a:pt x="138" y="147"/>
                      <a:pt x="137" y="147"/>
                    </a:cubicBezTo>
                    <a:cubicBezTo>
                      <a:pt x="137" y="147"/>
                      <a:pt x="137" y="147"/>
                      <a:pt x="137" y="147"/>
                    </a:cubicBezTo>
                    <a:cubicBezTo>
                      <a:pt x="136" y="147"/>
                      <a:pt x="136" y="147"/>
                      <a:pt x="136" y="147"/>
                    </a:cubicBezTo>
                    <a:cubicBezTo>
                      <a:pt x="135" y="148"/>
                      <a:pt x="135" y="149"/>
                      <a:pt x="135" y="150"/>
                    </a:cubicBezTo>
                    <a:cubicBezTo>
                      <a:pt x="135" y="150"/>
                      <a:pt x="135" y="150"/>
                      <a:pt x="135" y="150"/>
                    </a:cubicBezTo>
                    <a:cubicBezTo>
                      <a:pt x="138" y="151"/>
                      <a:pt x="138" y="151"/>
                      <a:pt x="138" y="151"/>
                    </a:cubicBezTo>
                    <a:close/>
                    <a:moveTo>
                      <a:pt x="152" y="157"/>
                    </a:moveTo>
                    <a:cubicBezTo>
                      <a:pt x="151" y="158"/>
                      <a:pt x="150" y="159"/>
                      <a:pt x="149" y="159"/>
                    </a:cubicBezTo>
                    <a:cubicBezTo>
                      <a:pt x="148" y="159"/>
                      <a:pt x="148" y="159"/>
                      <a:pt x="147" y="158"/>
                    </a:cubicBezTo>
                    <a:cubicBezTo>
                      <a:pt x="147" y="158"/>
                      <a:pt x="147" y="157"/>
                      <a:pt x="147" y="157"/>
                    </a:cubicBezTo>
                    <a:cubicBezTo>
                      <a:pt x="147" y="156"/>
                      <a:pt x="147" y="155"/>
                      <a:pt x="148" y="154"/>
                    </a:cubicBezTo>
                    <a:cubicBezTo>
                      <a:pt x="149" y="154"/>
                      <a:pt x="150" y="153"/>
                      <a:pt x="153" y="152"/>
                    </a:cubicBezTo>
                    <a:cubicBezTo>
                      <a:pt x="153" y="151"/>
                      <a:pt x="153" y="151"/>
                      <a:pt x="153" y="151"/>
                    </a:cubicBezTo>
                    <a:cubicBezTo>
                      <a:pt x="153" y="150"/>
                      <a:pt x="153" y="149"/>
                      <a:pt x="153" y="149"/>
                    </a:cubicBezTo>
                    <a:cubicBezTo>
                      <a:pt x="153" y="149"/>
                      <a:pt x="152" y="149"/>
                      <a:pt x="152" y="149"/>
                    </a:cubicBezTo>
                    <a:cubicBezTo>
                      <a:pt x="152" y="148"/>
                      <a:pt x="152" y="148"/>
                      <a:pt x="151" y="148"/>
                    </a:cubicBezTo>
                    <a:cubicBezTo>
                      <a:pt x="151" y="148"/>
                      <a:pt x="151" y="148"/>
                      <a:pt x="150" y="149"/>
                    </a:cubicBezTo>
                    <a:cubicBezTo>
                      <a:pt x="150" y="149"/>
                      <a:pt x="150" y="149"/>
                      <a:pt x="150" y="149"/>
                    </a:cubicBezTo>
                    <a:cubicBezTo>
                      <a:pt x="150" y="149"/>
                      <a:pt x="150" y="149"/>
                      <a:pt x="150" y="150"/>
                    </a:cubicBezTo>
                    <a:cubicBezTo>
                      <a:pt x="150" y="150"/>
                      <a:pt x="151" y="150"/>
                      <a:pt x="151" y="151"/>
                    </a:cubicBezTo>
                    <a:cubicBezTo>
                      <a:pt x="151" y="151"/>
                      <a:pt x="150" y="151"/>
                      <a:pt x="150" y="152"/>
                    </a:cubicBezTo>
                    <a:cubicBezTo>
                      <a:pt x="150" y="152"/>
                      <a:pt x="149" y="152"/>
                      <a:pt x="149" y="152"/>
                    </a:cubicBezTo>
                    <a:cubicBezTo>
                      <a:pt x="148" y="152"/>
                      <a:pt x="148" y="152"/>
                      <a:pt x="148" y="151"/>
                    </a:cubicBezTo>
                    <a:cubicBezTo>
                      <a:pt x="148" y="151"/>
                      <a:pt x="147" y="151"/>
                      <a:pt x="147" y="150"/>
                    </a:cubicBezTo>
                    <a:cubicBezTo>
                      <a:pt x="147" y="150"/>
                      <a:pt x="148" y="149"/>
                      <a:pt x="148" y="149"/>
                    </a:cubicBezTo>
                    <a:cubicBezTo>
                      <a:pt x="149" y="148"/>
                      <a:pt x="149" y="148"/>
                      <a:pt x="150" y="148"/>
                    </a:cubicBezTo>
                    <a:cubicBezTo>
                      <a:pt x="151" y="148"/>
                      <a:pt x="152" y="147"/>
                      <a:pt x="152" y="148"/>
                    </a:cubicBezTo>
                    <a:cubicBezTo>
                      <a:pt x="153" y="148"/>
                      <a:pt x="154" y="148"/>
                      <a:pt x="155" y="148"/>
                    </a:cubicBezTo>
                    <a:cubicBezTo>
                      <a:pt x="155" y="149"/>
                      <a:pt x="156" y="149"/>
                      <a:pt x="156" y="150"/>
                    </a:cubicBezTo>
                    <a:cubicBezTo>
                      <a:pt x="156" y="150"/>
                      <a:pt x="156" y="151"/>
                      <a:pt x="156" y="152"/>
                    </a:cubicBezTo>
                    <a:cubicBezTo>
                      <a:pt x="155" y="156"/>
                      <a:pt x="155" y="156"/>
                      <a:pt x="155" y="156"/>
                    </a:cubicBezTo>
                    <a:cubicBezTo>
                      <a:pt x="155" y="157"/>
                      <a:pt x="155" y="157"/>
                      <a:pt x="155" y="157"/>
                    </a:cubicBezTo>
                    <a:cubicBezTo>
                      <a:pt x="156" y="158"/>
                      <a:pt x="156" y="158"/>
                      <a:pt x="156" y="158"/>
                    </a:cubicBezTo>
                    <a:cubicBezTo>
                      <a:pt x="156" y="158"/>
                      <a:pt x="156" y="158"/>
                      <a:pt x="156" y="158"/>
                    </a:cubicBezTo>
                    <a:cubicBezTo>
                      <a:pt x="156" y="158"/>
                      <a:pt x="156" y="158"/>
                      <a:pt x="156" y="157"/>
                    </a:cubicBezTo>
                    <a:cubicBezTo>
                      <a:pt x="157" y="158"/>
                      <a:pt x="157" y="158"/>
                      <a:pt x="157" y="158"/>
                    </a:cubicBezTo>
                    <a:cubicBezTo>
                      <a:pt x="156" y="158"/>
                      <a:pt x="156" y="159"/>
                      <a:pt x="156" y="159"/>
                    </a:cubicBezTo>
                    <a:cubicBezTo>
                      <a:pt x="155" y="159"/>
                      <a:pt x="155" y="159"/>
                      <a:pt x="154" y="159"/>
                    </a:cubicBezTo>
                    <a:cubicBezTo>
                      <a:pt x="154" y="159"/>
                      <a:pt x="153" y="159"/>
                      <a:pt x="153" y="159"/>
                    </a:cubicBezTo>
                    <a:cubicBezTo>
                      <a:pt x="152" y="158"/>
                      <a:pt x="152" y="158"/>
                      <a:pt x="152" y="157"/>
                    </a:cubicBezTo>
                    <a:close/>
                    <a:moveTo>
                      <a:pt x="152" y="156"/>
                    </a:moveTo>
                    <a:cubicBezTo>
                      <a:pt x="153" y="153"/>
                      <a:pt x="153" y="153"/>
                      <a:pt x="153" y="153"/>
                    </a:cubicBezTo>
                    <a:cubicBezTo>
                      <a:pt x="152" y="153"/>
                      <a:pt x="151" y="154"/>
                      <a:pt x="150" y="154"/>
                    </a:cubicBezTo>
                    <a:cubicBezTo>
                      <a:pt x="150" y="155"/>
                      <a:pt x="150" y="155"/>
                      <a:pt x="150" y="156"/>
                    </a:cubicBezTo>
                    <a:cubicBezTo>
                      <a:pt x="150" y="156"/>
                      <a:pt x="150" y="156"/>
                      <a:pt x="150" y="157"/>
                    </a:cubicBezTo>
                    <a:cubicBezTo>
                      <a:pt x="150" y="157"/>
                      <a:pt x="151" y="157"/>
                      <a:pt x="151" y="157"/>
                    </a:cubicBezTo>
                    <a:cubicBezTo>
                      <a:pt x="151" y="157"/>
                      <a:pt x="152" y="157"/>
                      <a:pt x="152" y="156"/>
                    </a:cubicBezTo>
                    <a:close/>
                    <a:moveTo>
                      <a:pt x="163" y="148"/>
                    </a:moveTo>
                    <a:cubicBezTo>
                      <a:pt x="163" y="149"/>
                      <a:pt x="163" y="149"/>
                      <a:pt x="163" y="149"/>
                    </a:cubicBezTo>
                    <a:cubicBezTo>
                      <a:pt x="164" y="149"/>
                      <a:pt x="164" y="148"/>
                      <a:pt x="165" y="148"/>
                    </a:cubicBezTo>
                    <a:cubicBezTo>
                      <a:pt x="165" y="148"/>
                      <a:pt x="166" y="148"/>
                      <a:pt x="166" y="148"/>
                    </a:cubicBezTo>
                    <a:cubicBezTo>
                      <a:pt x="167" y="148"/>
                      <a:pt x="168" y="148"/>
                      <a:pt x="168" y="148"/>
                    </a:cubicBezTo>
                    <a:cubicBezTo>
                      <a:pt x="168" y="149"/>
                      <a:pt x="169" y="149"/>
                      <a:pt x="169" y="150"/>
                    </a:cubicBezTo>
                    <a:cubicBezTo>
                      <a:pt x="169" y="150"/>
                      <a:pt x="169" y="151"/>
                      <a:pt x="169" y="152"/>
                    </a:cubicBezTo>
                    <a:cubicBezTo>
                      <a:pt x="169" y="157"/>
                      <a:pt x="169" y="157"/>
                      <a:pt x="169" y="157"/>
                    </a:cubicBezTo>
                    <a:cubicBezTo>
                      <a:pt x="169" y="157"/>
                      <a:pt x="169" y="158"/>
                      <a:pt x="169" y="158"/>
                    </a:cubicBezTo>
                    <a:cubicBezTo>
                      <a:pt x="170" y="158"/>
                      <a:pt x="170" y="159"/>
                      <a:pt x="170" y="159"/>
                    </a:cubicBezTo>
                    <a:cubicBezTo>
                      <a:pt x="170" y="159"/>
                      <a:pt x="170" y="159"/>
                      <a:pt x="170" y="159"/>
                    </a:cubicBezTo>
                    <a:cubicBezTo>
                      <a:pt x="165" y="159"/>
                      <a:pt x="165" y="159"/>
                      <a:pt x="165" y="159"/>
                    </a:cubicBezTo>
                    <a:cubicBezTo>
                      <a:pt x="165" y="159"/>
                      <a:pt x="165" y="159"/>
                      <a:pt x="165" y="159"/>
                    </a:cubicBezTo>
                    <a:cubicBezTo>
                      <a:pt x="165" y="159"/>
                      <a:pt x="166" y="158"/>
                      <a:pt x="166" y="158"/>
                    </a:cubicBezTo>
                    <a:cubicBezTo>
                      <a:pt x="166" y="158"/>
                      <a:pt x="166" y="157"/>
                      <a:pt x="166" y="157"/>
                    </a:cubicBezTo>
                    <a:cubicBezTo>
                      <a:pt x="166" y="152"/>
                      <a:pt x="166" y="152"/>
                      <a:pt x="166" y="152"/>
                    </a:cubicBezTo>
                    <a:cubicBezTo>
                      <a:pt x="166" y="151"/>
                      <a:pt x="166" y="150"/>
                      <a:pt x="166" y="150"/>
                    </a:cubicBezTo>
                    <a:cubicBezTo>
                      <a:pt x="166" y="150"/>
                      <a:pt x="166" y="150"/>
                      <a:pt x="166" y="149"/>
                    </a:cubicBezTo>
                    <a:cubicBezTo>
                      <a:pt x="165" y="149"/>
                      <a:pt x="165" y="149"/>
                      <a:pt x="165" y="149"/>
                    </a:cubicBezTo>
                    <a:cubicBezTo>
                      <a:pt x="164" y="149"/>
                      <a:pt x="164" y="150"/>
                      <a:pt x="163" y="151"/>
                    </a:cubicBezTo>
                    <a:cubicBezTo>
                      <a:pt x="163" y="157"/>
                      <a:pt x="163" y="157"/>
                      <a:pt x="163" y="157"/>
                    </a:cubicBezTo>
                    <a:cubicBezTo>
                      <a:pt x="163" y="158"/>
                      <a:pt x="163" y="158"/>
                      <a:pt x="164" y="158"/>
                    </a:cubicBezTo>
                    <a:cubicBezTo>
                      <a:pt x="164" y="158"/>
                      <a:pt x="164" y="159"/>
                      <a:pt x="164" y="159"/>
                    </a:cubicBezTo>
                    <a:cubicBezTo>
                      <a:pt x="164" y="159"/>
                      <a:pt x="164" y="159"/>
                      <a:pt x="164" y="159"/>
                    </a:cubicBezTo>
                    <a:cubicBezTo>
                      <a:pt x="159" y="159"/>
                      <a:pt x="159" y="159"/>
                      <a:pt x="159" y="159"/>
                    </a:cubicBezTo>
                    <a:cubicBezTo>
                      <a:pt x="159" y="159"/>
                      <a:pt x="159" y="159"/>
                      <a:pt x="159" y="159"/>
                    </a:cubicBezTo>
                    <a:cubicBezTo>
                      <a:pt x="159" y="159"/>
                      <a:pt x="160" y="159"/>
                      <a:pt x="160" y="158"/>
                    </a:cubicBezTo>
                    <a:cubicBezTo>
                      <a:pt x="160" y="158"/>
                      <a:pt x="160" y="158"/>
                      <a:pt x="160" y="157"/>
                    </a:cubicBezTo>
                    <a:cubicBezTo>
                      <a:pt x="160" y="150"/>
                      <a:pt x="160" y="150"/>
                      <a:pt x="160" y="150"/>
                    </a:cubicBezTo>
                    <a:cubicBezTo>
                      <a:pt x="160" y="150"/>
                      <a:pt x="160" y="149"/>
                      <a:pt x="160" y="149"/>
                    </a:cubicBezTo>
                    <a:cubicBezTo>
                      <a:pt x="160" y="149"/>
                      <a:pt x="159" y="149"/>
                      <a:pt x="159" y="149"/>
                    </a:cubicBezTo>
                    <a:cubicBezTo>
                      <a:pt x="159" y="148"/>
                      <a:pt x="159" y="148"/>
                      <a:pt x="159" y="148"/>
                    </a:cubicBezTo>
                    <a:cubicBezTo>
                      <a:pt x="163" y="148"/>
                      <a:pt x="163" y="148"/>
                      <a:pt x="163" y="148"/>
                    </a:cubicBezTo>
                    <a:close/>
                    <a:moveTo>
                      <a:pt x="181" y="142"/>
                    </a:moveTo>
                    <a:cubicBezTo>
                      <a:pt x="183" y="154"/>
                      <a:pt x="183" y="154"/>
                      <a:pt x="183" y="154"/>
                    </a:cubicBezTo>
                    <a:cubicBezTo>
                      <a:pt x="183" y="155"/>
                      <a:pt x="183" y="156"/>
                      <a:pt x="183" y="156"/>
                    </a:cubicBezTo>
                    <a:cubicBezTo>
                      <a:pt x="183" y="156"/>
                      <a:pt x="183" y="156"/>
                      <a:pt x="183" y="156"/>
                    </a:cubicBezTo>
                    <a:cubicBezTo>
                      <a:pt x="184" y="156"/>
                      <a:pt x="184" y="156"/>
                      <a:pt x="184" y="156"/>
                    </a:cubicBezTo>
                    <a:cubicBezTo>
                      <a:pt x="184" y="157"/>
                      <a:pt x="184" y="157"/>
                      <a:pt x="184" y="157"/>
                    </a:cubicBezTo>
                    <a:cubicBezTo>
                      <a:pt x="180" y="158"/>
                      <a:pt x="180" y="158"/>
                      <a:pt x="180" y="158"/>
                    </a:cubicBezTo>
                    <a:cubicBezTo>
                      <a:pt x="180" y="157"/>
                      <a:pt x="180" y="157"/>
                      <a:pt x="180" y="157"/>
                    </a:cubicBezTo>
                    <a:cubicBezTo>
                      <a:pt x="179" y="157"/>
                      <a:pt x="179" y="158"/>
                      <a:pt x="179" y="158"/>
                    </a:cubicBezTo>
                    <a:cubicBezTo>
                      <a:pt x="178" y="158"/>
                      <a:pt x="178" y="159"/>
                      <a:pt x="177" y="159"/>
                    </a:cubicBezTo>
                    <a:cubicBezTo>
                      <a:pt x="176" y="159"/>
                      <a:pt x="175" y="158"/>
                      <a:pt x="174" y="157"/>
                    </a:cubicBezTo>
                    <a:cubicBezTo>
                      <a:pt x="173" y="156"/>
                      <a:pt x="173" y="155"/>
                      <a:pt x="172" y="154"/>
                    </a:cubicBezTo>
                    <a:cubicBezTo>
                      <a:pt x="172" y="152"/>
                      <a:pt x="172" y="151"/>
                      <a:pt x="173" y="150"/>
                    </a:cubicBezTo>
                    <a:cubicBezTo>
                      <a:pt x="173" y="149"/>
                      <a:pt x="173" y="149"/>
                      <a:pt x="174" y="148"/>
                    </a:cubicBezTo>
                    <a:cubicBezTo>
                      <a:pt x="175" y="147"/>
                      <a:pt x="175" y="147"/>
                      <a:pt x="176" y="147"/>
                    </a:cubicBezTo>
                    <a:cubicBezTo>
                      <a:pt x="177" y="147"/>
                      <a:pt x="177" y="147"/>
                      <a:pt x="177" y="147"/>
                    </a:cubicBezTo>
                    <a:cubicBezTo>
                      <a:pt x="178" y="147"/>
                      <a:pt x="178" y="148"/>
                      <a:pt x="179" y="148"/>
                    </a:cubicBezTo>
                    <a:cubicBezTo>
                      <a:pt x="178" y="145"/>
                      <a:pt x="178" y="145"/>
                      <a:pt x="178" y="145"/>
                    </a:cubicBezTo>
                    <a:cubicBezTo>
                      <a:pt x="178" y="144"/>
                      <a:pt x="178" y="143"/>
                      <a:pt x="178" y="143"/>
                    </a:cubicBezTo>
                    <a:cubicBezTo>
                      <a:pt x="178" y="143"/>
                      <a:pt x="178" y="143"/>
                      <a:pt x="178" y="143"/>
                    </a:cubicBezTo>
                    <a:cubicBezTo>
                      <a:pt x="178" y="143"/>
                      <a:pt x="177" y="143"/>
                      <a:pt x="177" y="143"/>
                    </a:cubicBezTo>
                    <a:cubicBezTo>
                      <a:pt x="177" y="142"/>
                      <a:pt x="177" y="142"/>
                      <a:pt x="177" y="142"/>
                    </a:cubicBezTo>
                    <a:cubicBezTo>
                      <a:pt x="181" y="142"/>
                      <a:pt x="181" y="142"/>
                      <a:pt x="181" y="142"/>
                    </a:cubicBezTo>
                    <a:close/>
                    <a:moveTo>
                      <a:pt x="179" y="149"/>
                    </a:moveTo>
                    <a:cubicBezTo>
                      <a:pt x="178" y="148"/>
                      <a:pt x="178" y="148"/>
                      <a:pt x="177" y="148"/>
                    </a:cubicBezTo>
                    <a:cubicBezTo>
                      <a:pt x="177" y="148"/>
                      <a:pt x="176" y="148"/>
                      <a:pt x="176" y="148"/>
                    </a:cubicBezTo>
                    <a:cubicBezTo>
                      <a:pt x="176" y="149"/>
                      <a:pt x="176" y="149"/>
                      <a:pt x="176" y="150"/>
                    </a:cubicBezTo>
                    <a:cubicBezTo>
                      <a:pt x="176" y="150"/>
                      <a:pt x="176" y="151"/>
                      <a:pt x="176" y="153"/>
                    </a:cubicBezTo>
                    <a:cubicBezTo>
                      <a:pt x="176" y="154"/>
                      <a:pt x="176" y="155"/>
                      <a:pt x="176" y="156"/>
                    </a:cubicBezTo>
                    <a:cubicBezTo>
                      <a:pt x="177" y="156"/>
                      <a:pt x="177" y="157"/>
                      <a:pt x="177" y="157"/>
                    </a:cubicBezTo>
                    <a:cubicBezTo>
                      <a:pt x="177" y="157"/>
                      <a:pt x="178" y="157"/>
                      <a:pt x="178" y="157"/>
                    </a:cubicBezTo>
                    <a:cubicBezTo>
                      <a:pt x="179" y="157"/>
                      <a:pt x="179" y="156"/>
                      <a:pt x="180" y="155"/>
                    </a:cubicBezTo>
                    <a:cubicBezTo>
                      <a:pt x="179" y="149"/>
                      <a:pt x="179" y="149"/>
                      <a:pt x="179" y="149"/>
                    </a:cubicBezTo>
                    <a:close/>
                    <a:moveTo>
                      <a:pt x="201" y="138"/>
                    </a:moveTo>
                    <a:cubicBezTo>
                      <a:pt x="202" y="142"/>
                      <a:pt x="202" y="142"/>
                      <a:pt x="202" y="142"/>
                    </a:cubicBezTo>
                    <a:cubicBezTo>
                      <a:pt x="201" y="142"/>
                      <a:pt x="201" y="142"/>
                      <a:pt x="201" y="142"/>
                    </a:cubicBezTo>
                    <a:cubicBezTo>
                      <a:pt x="201" y="141"/>
                      <a:pt x="201" y="140"/>
                      <a:pt x="200" y="140"/>
                    </a:cubicBezTo>
                    <a:cubicBezTo>
                      <a:pt x="200" y="140"/>
                      <a:pt x="199" y="139"/>
                      <a:pt x="199" y="139"/>
                    </a:cubicBezTo>
                    <a:cubicBezTo>
                      <a:pt x="198" y="139"/>
                      <a:pt x="198" y="139"/>
                      <a:pt x="197" y="139"/>
                    </a:cubicBezTo>
                    <a:cubicBezTo>
                      <a:pt x="196" y="140"/>
                      <a:pt x="196" y="140"/>
                      <a:pt x="196" y="140"/>
                    </a:cubicBezTo>
                    <a:cubicBezTo>
                      <a:pt x="199" y="152"/>
                      <a:pt x="199" y="152"/>
                      <a:pt x="199" y="152"/>
                    </a:cubicBezTo>
                    <a:cubicBezTo>
                      <a:pt x="199" y="153"/>
                      <a:pt x="199" y="153"/>
                      <a:pt x="199" y="153"/>
                    </a:cubicBezTo>
                    <a:cubicBezTo>
                      <a:pt x="199" y="153"/>
                      <a:pt x="200" y="154"/>
                      <a:pt x="200" y="154"/>
                    </a:cubicBezTo>
                    <a:cubicBezTo>
                      <a:pt x="200" y="154"/>
                      <a:pt x="200" y="154"/>
                      <a:pt x="201" y="154"/>
                    </a:cubicBezTo>
                    <a:cubicBezTo>
                      <a:pt x="201" y="154"/>
                      <a:pt x="201" y="154"/>
                      <a:pt x="201" y="154"/>
                    </a:cubicBezTo>
                    <a:cubicBezTo>
                      <a:pt x="201" y="154"/>
                      <a:pt x="201" y="154"/>
                      <a:pt x="201" y="154"/>
                    </a:cubicBezTo>
                    <a:cubicBezTo>
                      <a:pt x="194" y="156"/>
                      <a:pt x="194" y="156"/>
                      <a:pt x="194" y="156"/>
                    </a:cubicBezTo>
                    <a:cubicBezTo>
                      <a:pt x="194" y="155"/>
                      <a:pt x="194" y="155"/>
                      <a:pt x="194" y="155"/>
                    </a:cubicBezTo>
                    <a:cubicBezTo>
                      <a:pt x="194" y="155"/>
                      <a:pt x="194" y="155"/>
                      <a:pt x="194" y="155"/>
                    </a:cubicBezTo>
                    <a:cubicBezTo>
                      <a:pt x="195" y="155"/>
                      <a:pt x="195" y="155"/>
                      <a:pt x="195" y="155"/>
                    </a:cubicBezTo>
                    <a:cubicBezTo>
                      <a:pt x="195" y="155"/>
                      <a:pt x="195" y="154"/>
                      <a:pt x="195" y="154"/>
                    </a:cubicBezTo>
                    <a:cubicBezTo>
                      <a:pt x="195" y="154"/>
                      <a:pt x="195" y="153"/>
                      <a:pt x="195" y="153"/>
                    </a:cubicBezTo>
                    <a:cubicBezTo>
                      <a:pt x="193" y="141"/>
                      <a:pt x="193" y="141"/>
                      <a:pt x="193" y="141"/>
                    </a:cubicBezTo>
                    <a:cubicBezTo>
                      <a:pt x="192" y="141"/>
                      <a:pt x="192" y="141"/>
                      <a:pt x="192" y="141"/>
                    </a:cubicBezTo>
                    <a:cubicBezTo>
                      <a:pt x="191" y="141"/>
                      <a:pt x="190" y="142"/>
                      <a:pt x="189" y="142"/>
                    </a:cubicBezTo>
                    <a:cubicBezTo>
                      <a:pt x="189" y="143"/>
                      <a:pt x="189" y="144"/>
                      <a:pt x="189" y="145"/>
                    </a:cubicBezTo>
                    <a:cubicBezTo>
                      <a:pt x="188" y="145"/>
                      <a:pt x="188" y="145"/>
                      <a:pt x="188" y="145"/>
                    </a:cubicBezTo>
                    <a:cubicBezTo>
                      <a:pt x="188" y="141"/>
                      <a:pt x="188" y="141"/>
                      <a:pt x="188" y="141"/>
                    </a:cubicBezTo>
                    <a:cubicBezTo>
                      <a:pt x="201" y="138"/>
                      <a:pt x="201" y="138"/>
                      <a:pt x="201" y="138"/>
                    </a:cubicBezTo>
                    <a:close/>
                    <a:moveTo>
                      <a:pt x="212" y="145"/>
                    </a:moveTo>
                    <a:cubicBezTo>
                      <a:pt x="206" y="147"/>
                      <a:pt x="206" y="147"/>
                      <a:pt x="206" y="147"/>
                    </a:cubicBezTo>
                    <a:cubicBezTo>
                      <a:pt x="207" y="148"/>
                      <a:pt x="207" y="149"/>
                      <a:pt x="208" y="150"/>
                    </a:cubicBezTo>
                    <a:cubicBezTo>
                      <a:pt x="209" y="150"/>
                      <a:pt x="210" y="150"/>
                      <a:pt x="210" y="150"/>
                    </a:cubicBezTo>
                    <a:cubicBezTo>
                      <a:pt x="211" y="150"/>
                      <a:pt x="211" y="150"/>
                      <a:pt x="211" y="149"/>
                    </a:cubicBezTo>
                    <a:cubicBezTo>
                      <a:pt x="212" y="149"/>
                      <a:pt x="212" y="148"/>
                      <a:pt x="212" y="148"/>
                    </a:cubicBezTo>
                    <a:cubicBezTo>
                      <a:pt x="213" y="148"/>
                      <a:pt x="213" y="148"/>
                      <a:pt x="213" y="148"/>
                    </a:cubicBezTo>
                    <a:cubicBezTo>
                      <a:pt x="212" y="149"/>
                      <a:pt x="212" y="150"/>
                      <a:pt x="211" y="151"/>
                    </a:cubicBezTo>
                    <a:cubicBezTo>
                      <a:pt x="211" y="152"/>
                      <a:pt x="210" y="152"/>
                      <a:pt x="209" y="152"/>
                    </a:cubicBezTo>
                    <a:cubicBezTo>
                      <a:pt x="208" y="153"/>
                      <a:pt x="207" y="152"/>
                      <a:pt x="205" y="151"/>
                    </a:cubicBezTo>
                    <a:cubicBezTo>
                      <a:pt x="205" y="151"/>
                      <a:pt x="204" y="149"/>
                      <a:pt x="204" y="148"/>
                    </a:cubicBezTo>
                    <a:cubicBezTo>
                      <a:pt x="203" y="146"/>
                      <a:pt x="203" y="145"/>
                      <a:pt x="204" y="143"/>
                    </a:cubicBezTo>
                    <a:cubicBezTo>
                      <a:pt x="205" y="142"/>
                      <a:pt x="205" y="141"/>
                      <a:pt x="207" y="141"/>
                    </a:cubicBezTo>
                    <a:cubicBezTo>
                      <a:pt x="208" y="140"/>
                      <a:pt x="209" y="141"/>
                      <a:pt x="210" y="141"/>
                    </a:cubicBezTo>
                    <a:cubicBezTo>
                      <a:pt x="211" y="142"/>
                      <a:pt x="211" y="143"/>
                      <a:pt x="212" y="145"/>
                    </a:cubicBezTo>
                    <a:close/>
                    <a:moveTo>
                      <a:pt x="209" y="145"/>
                    </a:moveTo>
                    <a:cubicBezTo>
                      <a:pt x="209" y="144"/>
                      <a:pt x="209" y="143"/>
                      <a:pt x="208" y="142"/>
                    </a:cubicBezTo>
                    <a:cubicBezTo>
                      <a:pt x="208" y="142"/>
                      <a:pt x="208" y="142"/>
                      <a:pt x="207" y="142"/>
                    </a:cubicBezTo>
                    <a:cubicBezTo>
                      <a:pt x="207" y="142"/>
                      <a:pt x="207" y="142"/>
                      <a:pt x="207" y="142"/>
                    </a:cubicBezTo>
                    <a:cubicBezTo>
                      <a:pt x="206" y="142"/>
                      <a:pt x="206" y="142"/>
                      <a:pt x="206" y="142"/>
                    </a:cubicBezTo>
                    <a:cubicBezTo>
                      <a:pt x="206" y="143"/>
                      <a:pt x="206" y="144"/>
                      <a:pt x="206" y="145"/>
                    </a:cubicBezTo>
                    <a:cubicBezTo>
                      <a:pt x="206" y="146"/>
                      <a:pt x="206" y="146"/>
                      <a:pt x="206" y="146"/>
                    </a:cubicBezTo>
                    <a:cubicBezTo>
                      <a:pt x="209" y="145"/>
                      <a:pt x="209" y="145"/>
                      <a:pt x="209" y="145"/>
                    </a:cubicBezTo>
                    <a:close/>
                    <a:moveTo>
                      <a:pt x="223" y="144"/>
                    </a:moveTo>
                    <a:cubicBezTo>
                      <a:pt x="223" y="144"/>
                      <a:pt x="223" y="144"/>
                      <a:pt x="223" y="144"/>
                    </a:cubicBezTo>
                    <a:cubicBezTo>
                      <a:pt x="223" y="145"/>
                      <a:pt x="223" y="146"/>
                      <a:pt x="222" y="147"/>
                    </a:cubicBezTo>
                    <a:cubicBezTo>
                      <a:pt x="222" y="147"/>
                      <a:pt x="221" y="148"/>
                      <a:pt x="220" y="148"/>
                    </a:cubicBezTo>
                    <a:cubicBezTo>
                      <a:pt x="219" y="149"/>
                      <a:pt x="218" y="149"/>
                      <a:pt x="217" y="148"/>
                    </a:cubicBezTo>
                    <a:cubicBezTo>
                      <a:pt x="215" y="147"/>
                      <a:pt x="215" y="146"/>
                      <a:pt x="214" y="145"/>
                    </a:cubicBezTo>
                    <a:cubicBezTo>
                      <a:pt x="213" y="143"/>
                      <a:pt x="213" y="142"/>
                      <a:pt x="214" y="140"/>
                    </a:cubicBezTo>
                    <a:cubicBezTo>
                      <a:pt x="214" y="139"/>
                      <a:pt x="215" y="138"/>
                      <a:pt x="217" y="137"/>
                    </a:cubicBezTo>
                    <a:cubicBezTo>
                      <a:pt x="218" y="137"/>
                      <a:pt x="218" y="137"/>
                      <a:pt x="219" y="137"/>
                    </a:cubicBezTo>
                    <a:cubicBezTo>
                      <a:pt x="220" y="137"/>
                      <a:pt x="221" y="138"/>
                      <a:pt x="221" y="138"/>
                    </a:cubicBezTo>
                    <a:cubicBezTo>
                      <a:pt x="221" y="139"/>
                      <a:pt x="221" y="139"/>
                      <a:pt x="221" y="140"/>
                    </a:cubicBezTo>
                    <a:cubicBezTo>
                      <a:pt x="221" y="140"/>
                      <a:pt x="220" y="140"/>
                      <a:pt x="220" y="140"/>
                    </a:cubicBezTo>
                    <a:cubicBezTo>
                      <a:pt x="220" y="140"/>
                      <a:pt x="219" y="140"/>
                      <a:pt x="219" y="140"/>
                    </a:cubicBezTo>
                    <a:cubicBezTo>
                      <a:pt x="218" y="140"/>
                      <a:pt x="218" y="140"/>
                      <a:pt x="218" y="139"/>
                    </a:cubicBezTo>
                    <a:cubicBezTo>
                      <a:pt x="218" y="138"/>
                      <a:pt x="217" y="138"/>
                      <a:pt x="217" y="138"/>
                    </a:cubicBezTo>
                    <a:cubicBezTo>
                      <a:pt x="217" y="138"/>
                      <a:pt x="217" y="138"/>
                      <a:pt x="216" y="138"/>
                    </a:cubicBezTo>
                    <a:cubicBezTo>
                      <a:pt x="216" y="138"/>
                      <a:pt x="216" y="138"/>
                      <a:pt x="216" y="139"/>
                    </a:cubicBezTo>
                    <a:cubicBezTo>
                      <a:pt x="216" y="140"/>
                      <a:pt x="216" y="141"/>
                      <a:pt x="216" y="142"/>
                    </a:cubicBezTo>
                    <a:cubicBezTo>
                      <a:pt x="217" y="143"/>
                      <a:pt x="217" y="144"/>
                      <a:pt x="218" y="144"/>
                    </a:cubicBezTo>
                    <a:cubicBezTo>
                      <a:pt x="218" y="145"/>
                      <a:pt x="219" y="146"/>
                      <a:pt x="220" y="146"/>
                    </a:cubicBezTo>
                    <a:cubicBezTo>
                      <a:pt x="220" y="146"/>
                      <a:pt x="221" y="146"/>
                      <a:pt x="221" y="146"/>
                    </a:cubicBezTo>
                    <a:cubicBezTo>
                      <a:pt x="221" y="146"/>
                      <a:pt x="222" y="145"/>
                      <a:pt x="222" y="145"/>
                    </a:cubicBezTo>
                    <a:cubicBezTo>
                      <a:pt x="222" y="145"/>
                      <a:pt x="222" y="144"/>
                      <a:pt x="223" y="14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9" name="ïŝľîḍè"/>
              <p:cNvSpPr/>
              <p:nvPr/>
            </p:nvSpPr>
            <p:spPr bwMode="auto">
              <a:xfrm>
                <a:off x="3440113" y="3430588"/>
                <a:ext cx="346075" cy="481013"/>
              </a:xfrm>
              <a:custGeom>
                <a:avLst/>
                <a:gdLst>
                  <a:gd name="T0" fmla="*/ 14 w 105"/>
                  <a:gd name="T1" fmla="*/ 134 h 145"/>
                  <a:gd name="T2" fmla="*/ 13 w 105"/>
                  <a:gd name="T3" fmla="*/ 141 h 145"/>
                  <a:gd name="T4" fmla="*/ 8 w 105"/>
                  <a:gd name="T5" fmla="*/ 136 h 145"/>
                  <a:gd name="T6" fmla="*/ 8 w 105"/>
                  <a:gd name="T7" fmla="*/ 144 h 145"/>
                  <a:gd name="T8" fmla="*/ 19 w 105"/>
                  <a:gd name="T9" fmla="*/ 127 h 145"/>
                  <a:gd name="T10" fmla="*/ 20 w 105"/>
                  <a:gd name="T11" fmla="*/ 139 h 145"/>
                  <a:gd name="T12" fmla="*/ 21 w 105"/>
                  <a:gd name="T13" fmla="*/ 127 h 145"/>
                  <a:gd name="T14" fmla="*/ 25 w 105"/>
                  <a:gd name="T15" fmla="*/ 136 h 145"/>
                  <a:gd name="T16" fmla="*/ 23 w 105"/>
                  <a:gd name="T17" fmla="*/ 125 h 145"/>
                  <a:gd name="T18" fmla="*/ 35 w 105"/>
                  <a:gd name="T19" fmla="*/ 120 h 145"/>
                  <a:gd name="T20" fmla="*/ 30 w 105"/>
                  <a:gd name="T21" fmla="*/ 120 h 145"/>
                  <a:gd name="T22" fmla="*/ 36 w 105"/>
                  <a:gd name="T23" fmla="*/ 129 h 145"/>
                  <a:gd name="T24" fmla="*/ 36 w 105"/>
                  <a:gd name="T25" fmla="*/ 109 h 145"/>
                  <a:gd name="T26" fmla="*/ 42 w 105"/>
                  <a:gd name="T27" fmla="*/ 124 h 145"/>
                  <a:gd name="T28" fmla="*/ 44 w 105"/>
                  <a:gd name="T29" fmla="*/ 107 h 145"/>
                  <a:gd name="T30" fmla="*/ 45 w 105"/>
                  <a:gd name="T31" fmla="*/ 115 h 145"/>
                  <a:gd name="T32" fmla="*/ 52 w 105"/>
                  <a:gd name="T33" fmla="*/ 113 h 145"/>
                  <a:gd name="T34" fmla="*/ 45 w 105"/>
                  <a:gd name="T35" fmla="*/ 109 h 145"/>
                  <a:gd name="T36" fmla="*/ 57 w 105"/>
                  <a:gd name="T37" fmla="*/ 105 h 145"/>
                  <a:gd name="T38" fmla="*/ 62 w 105"/>
                  <a:gd name="T39" fmla="*/ 112 h 145"/>
                  <a:gd name="T40" fmla="*/ 59 w 105"/>
                  <a:gd name="T41" fmla="*/ 106 h 145"/>
                  <a:gd name="T42" fmla="*/ 60 w 105"/>
                  <a:gd name="T43" fmla="*/ 100 h 145"/>
                  <a:gd name="T44" fmla="*/ 53 w 105"/>
                  <a:gd name="T45" fmla="*/ 99 h 145"/>
                  <a:gd name="T46" fmla="*/ 53 w 105"/>
                  <a:gd name="T47" fmla="*/ 100 h 145"/>
                  <a:gd name="T48" fmla="*/ 64 w 105"/>
                  <a:gd name="T49" fmla="*/ 109 h 145"/>
                  <a:gd name="T50" fmla="*/ 58 w 105"/>
                  <a:gd name="T51" fmla="*/ 93 h 145"/>
                  <a:gd name="T52" fmla="*/ 62 w 105"/>
                  <a:gd name="T53" fmla="*/ 91 h 145"/>
                  <a:gd name="T54" fmla="*/ 64 w 105"/>
                  <a:gd name="T55" fmla="*/ 84 h 145"/>
                  <a:gd name="T56" fmla="*/ 69 w 105"/>
                  <a:gd name="T57" fmla="*/ 103 h 145"/>
                  <a:gd name="T58" fmla="*/ 70 w 105"/>
                  <a:gd name="T59" fmla="*/ 100 h 145"/>
                  <a:gd name="T60" fmla="*/ 77 w 105"/>
                  <a:gd name="T61" fmla="*/ 74 h 145"/>
                  <a:gd name="T62" fmla="*/ 70 w 105"/>
                  <a:gd name="T63" fmla="*/ 76 h 145"/>
                  <a:gd name="T64" fmla="*/ 78 w 105"/>
                  <a:gd name="T65" fmla="*/ 80 h 145"/>
                  <a:gd name="T66" fmla="*/ 77 w 105"/>
                  <a:gd name="T67" fmla="*/ 63 h 145"/>
                  <a:gd name="T68" fmla="*/ 72 w 105"/>
                  <a:gd name="T69" fmla="*/ 61 h 145"/>
                  <a:gd name="T70" fmla="*/ 74 w 105"/>
                  <a:gd name="T71" fmla="*/ 59 h 145"/>
                  <a:gd name="T72" fmla="*/ 73 w 105"/>
                  <a:gd name="T73" fmla="*/ 69 h 145"/>
                  <a:gd name="T74" fmla="*/ 82 w 105"/>
                  <a:gd name="T75" fmla="*/ 74 h 145"/>
                  <a:gd name="T76" fmla="*/ 84 w 105"/>
                  <a:gd name="T77" fmla="*/ 43 h 145"/>
                  <a:gd name="T78" fmla="*/ 86 w 105"/>
                  <a:gd name="T79" fmla="*/ 55 h 145"/>
                  <a:gd name="T80" fmla="*/ 92 w 105"/>
                  <a:gd name="T81" fmla="*/ 53 h 145"/>
                  <a:gd name="T82" fmla="*/ 79 w 105"/>
                  <a:gd name="T83" fmla="*/ 44 h 145"/>
                  <a:gd name="T84" fmla="*/ 81 w 105"/>
                  <a:gd name="T85" fmla="*/ 40 h 145"/>
                  <a:gd name="T86" fmla="*/ 97 w 105"/>
                  <a:gd name="T87" fmla="*/ 39 h 145"/>
                  <a:gd name="T88" fmla="*/ 88 w 105"/>
                  <a:gd name="T89" fmla="*/ 35 h 145"/>
                  <a:gd name="T90" fmla="*/ 98 w 105"/>
                  <a:gd name="T91" fmla="*/ 33 h 145"/>
                  <a:gd name="T92" fmla="*/ 87 w 105"/>
                  <a:gd name="T93" fmla="*/ 34 h 145"/>
                  <a:gd name="T94" fmla="*/ 88 w 105"/>
                  <a:gd name="T95" fmla="*/ 25 h 145"/>
                  <a:gd name="T96" fmla="*/ 98 w 105"/>
                  <a:gd name="T97" fmla="*/ 27 h 145"/>
                  <a:gd name="T98" fmla="*/ 98 w 105"/>
                  <a:gd name="T99" fmla="*/ 30 h 145"/>
                  <a:gd name="T100" fmla="*/ 93 w 105"/>
                  <a:gd name="T101" fmla="*/ 18 h 145"/>
                  <a:gd name="T102" fmla="*/ 102 w 105"/>
                  <a:gd name="T103" fmla="*/ 13 h 145"/>
                  <a:gd name="T104" fmla="*/ 95 w 105"/>
                  <a:gd name="T105" fmla="*/ 16 h 145"/>
                  <a:gd name="T106" fmla="*/ 101 w 105"/>
                  <a:gd name="T107" fmla="*/ 18 h 145"/>
                  <a:gd name="T108" fmla="*/ 92 w 105"/>
                  <a:gd name="T109" fmla="*/ 22 h 145"/>
                  <a:gd name="T110" fmla="*/ 102 w 105"/>
                  <a:gd name="T111" fmla="*/ 10 h 145"/>
                  <a:gd name="T112" fmla="*/ 95 w 105"/>
                  <a:gd name="T113" fmla="*/ 7 h 145"/>
                  <a:gd name="T114" fmla="*/ 96 w 105"/>
                  <a:gd name="T115" fmla="*/ 10 h 145"/>
                  <a:gd name="T116" fmla="*/ 102 w 105"/>
                  <a:gd name="T117" fmla="*/ 1 h 145"/>
                  <a:gd name="T118" fmla="*/ 105 w 105"/>
                  <a:gd name="T119" fmla="*/ 3 h 145"/>
                  <a:gd name="T120" fmla="*/ 102 w 105"/>
                  <a:gd name="T121" fmla="*/ 7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" h="145">
                    <a:moveTo>
                      <a:pt x="4" y="129"/>
                    </a:moveTo>
                    <a:cubicBezTo>
                      <a:pt x="7" y="135"/>
                      <a:pt x="7" y="135"/>
                      <a:pt x="7" y="135"/>
                    </a:cubicBezTo>
                    <a:cubicBezTo>
                      <a:pt x="7" y="134"/>
                      <a:pt x="8" y="133"/>
                      <a:pt x="8" y="133"/>
                    </a:cubicBezTo>
                    <a:cubicBezTo>
                      <a:pt x="8" y="132"/>
                      <a:pt x="9" y="132"/>
                      <a:pt x="9" y="131"/>
                    </a:cubicBezTo>
                    <a:cubicBezTo>
                      <a:pt x="10" y="131"/>
                      <a:pt x="10" y="131"/>
                      <a:pt x="11" y="131"/>
                    </a:cubicBezTo>
                    <a:cubicBezTo>
                      <a:pt x="11" y="131"/>
                      <a:pt x="12" y="132"/>
                      <a:pt x="12" y="132"/>
                    </a:cubicBezTo>
                    <a:cubicBezTo>
                      <a:pt x="13" y="132"/>
                      <a:pt x="13" y="133"/>
                      <a:pt x="14" y="134"/>
                    </a:cubicBezTo>
                    <a:cubicBezTo>
                      <a:pt x="15" y="138"/>
                      <a:pt x="15" y="138"/>
                      <a:pt x="15" y="138"/>
                    </a:cubicBezTo>
                    <a:cubicBezTo>
                      <a:pt x="16" y="139"/>
                      <a:pt x="16" y="139"/>
                      <a:pt x="16" y="139"/>
                    </a:cubicBezTo>
                    <a:cubicBezTo>
                      <a:pt x="17" y="140"/>
                      <a:pt x="17" y="140"/>
                      <a:pt x="17" y="139"/>
                    </a:cubicBezTo>
                    <a:cubicBezTo>
                      <a:pt x="17" y="140"/>
                      <a:pt x="17" y="140"/>
                      <a:pt x="17" y="140"/>
                    </a:cubicBezTo>
                    <a:cubicBezTo>
                      <a:pt x="13" y="142"/>
                      <a:pt x="13" y="142"/>
                      <a:pt x="13" y="142"/>
                    </a:cubicBezTo>
                    <a:cubicBezTo>
                      <a:pt x="13" y="142"/>
                      <a:pt x="13" y="142"/>
                      <a:pt x="13" y="142"/>
                    </a:cubicBezTo>
                    <a:cubicBezTo>
                      <a:pt x="13" y="142"/>
                      <a:pt x="13" y="141"/>
                      <a:pt x="13" y="141"/>
                    </a:cubicBezTo>
                    <a:cubicBezTo>
                      <a:pt x="13" y="141"/>
                      <a:pt x="13" y="140"/>
                      <a:pt x="13" y="140"/>
                    </a:cubicBezTo>
                    <a:cubicBezTo>
                      <a:pt x="10" y="135"/>
                      <a:pt x="10" y="135"/>
                      <a:pt x="10" y="135"/>
                    </a:cubicBezTo>
                    <a:cubicBezTo>
                      <a:pt x="10" y="134"/>
                      <a:pt x="10" y="134"/>
                      <a:pt x="10" y="134"/>
                    </a:cubicBezTo>
                    <a:cubicBezTo>
                      <a:pt x="9" y="134"/>
                      <a:pt x="9" y="133"/>
                      <a:pt x="9" y="133"/>
                    </a:cubicBezTo>
                    <a:cubicBezTo>
                      <a:pt x="9" y="133"/>
                      <a:pt x="9" y="133"/>
                      <a:pt x="9" y="134"/>
                    </a:cubicBezTo>
                    <a:cubicBezTo>
                      <a:pt x="8" y="134"/>
                      <a:pt x="8" y="134"/>
                      <a:pt x="8" y="134"/>
                    </a:cubicBezTo>
                    <a:cubicBezTo>
                      <a:pt x="8" y="135"/>
                      <a:pt x="8" y="135"/>
                      <a:pt x="8" y="136"/>
                    </a:cubicBezTo>
                    <a:cubicBezTo>
                      <a:pt x="10" y="141"/>
                      <a:pt x="10" y="141"/>
                      <a:pt x="10" y="141"/>
                    </a:cubicBezTo>
                    <a:cubicBezTo>
                      <a:pt x="10" y="142"/>
                      <a:pt x="11" y="142"/>
                      <a:pt x="11" y="142"/>
                    </a:cubicBezTo>
                    <a:cubicBezTo>
                      <a:pt x="11" y="142"/>
                      <a:pt x="11" y="142"/>
                      <a:pt x="12" y="142"/>
                    </a:cubicBezTo>
                    <a:cubicBezTo>
                      <a:pt x="12" y="143"/>
                      <a:pt x="12" y="143"/>
                      <a:pt x="12" y="143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8" y="145"/>
                      <a:pt x="8" y="144"/>
                      <a:pt x="8" y="144"/>
                    </a:cubicBezTo>
                    <a:cubicBezTo>
                      <a:pt x="8" y="144"/>
                      <a:pt x="8" y="143"/>
                      <a:pt x="7" y="143"/>
                    </a:cubicBezTo>
                    <a:cubicBezTo>
                      <a:pt x="2" y="132"/>
                      <a:pt x="2" y="132"/>
                      <a:pt x="2" y="132"/>
                    </a:cubicBezTo>
                    <a:cubicBezTo>
                      <a:pt x="2" y="132"/>
                      <a:pt x="2" y="131"/>
                      <a:pt x="2" y="131"/>
                    </a:cubicBezTo>
                    <a:cubicBezTo>
                      <a:pt x="1" y="131"/>
                      <a:pt x="1" y="131"/>
                      <a:pt x="1" y="131"/>
                    </a:cubicBezTo>
                    <a:cubicBezTo>
                      <a:pt x="0" y="131"/>
                      <a:pt x="0" y="131"/>
                      <a:pt x="0" y="131"/>
                    </a:cubicBezTo>
                    <a:cubicBezTo>
                      <a:pt x="4" y="129"/>
                      <a:pt x="4" y="129"/>
                      <a:pt x="4" y="129"/>
                    </a:cubicBezTo>
                    <a:close/>
                    <a:moveTo>
                      <a:pt x="19" y="127"/>
                    </a:moveTo>
                    <a:cubicBezTo>
                      <a:pt x="15" y="129"/>
                      <a:pt x="15" y="129"/>
                      <a:pt x="15" y="129"/>
                    </a:cubicBezTo>
                    <a:cubicBezTo>
                      <a:pt x="15" y="130"/>
                      <a:pt x="15" y="130"/>
                      <a:pt x="15" y="130"/>
                    </a:cubicBezTo>
                    <a:cubicBezTo>
                      <a:pt x="15" y="130"/>
                      <a:pt x="16" y="130"/>
                      <a:pt x="16" y="130"/>
                    </a:cubicBezTo>
                    <a:cubicBezTo>
                      <a:pt x="16" y="130"/>
                      <a:pt x="17" y="130"/>
                      <a:pt x="17" y="131"/>
                    </a:cubicBezTo>
                    <a:cubicBezTo>
                      <a:pt x="20" y="136"/>
                      <a:pt x="20" y="136"/>
                      <a:pt x="20" y="136"/>
                    </a:cubicBezTo>
                    <a:cubicBezTo>
                      <a:pt x="20" y="137"/>
                      <a:pt x="20" y="138"/>
                      <a:pt x="20" y="138"/>
                    </a:cubicBezTo>
                    <a:cubicBezTo>
                      <a:pt x="20" y="138"/>
                      <a:pt x="20" y="138"/>
                      <a:pt x="20" y="139"/>
                    </a:cubicBezTo>
                    <a:cubicBezTo>
                      <a:pt x="20" y="139"/>
                      <a:pt x="20" y="139"/>
                      <a:pt x="20" y="139"/>
                    </a:cubicBezTo>
                    <a:cubicBezTo>
                      <a:pt x="25" y="136"/>
                      <a:pt x="25" y="136"/>
                      <a:pt x="25" y="136"/>
                    </a:cubicBezTo>
                    <a:cubicBezTo>
                      <a:pt x="24" y="136"/>
                      <a:pt x="24" y="136"/>
                      <a:pt x="24" y="136"/>
                    </a:cubicBezTo>
                    <a:cubicBezTo>
                      <a:pt x="24" y="136"/>
                      <a:pt x="24" y="136"/>
                      <a:pt x="23" y="136"/>
                    </a:cubicBezTo>
                    <a:cubicBezTo>
                      <a:pt x="23" y="136"/>
                      <a:pt x="23" y="136"/>
                      <a:pt x="23" y="135"/>
                    </a:cubicBezTo>
                    <a:cubicBezTo>
                      <a:pt x="20" y="130"/>
                      <a:pt x="20" y="130"/>
                      <a:pt x="20" y="130"/>
                    </a:cubicBezTo>
                    <a:cubicBezTo>
                      <a:pt x="20" y="128"/>
                      <a:pt x="20" y="128"/>
                      <a:pt x="21" y="127"/>
                    </a:cubicBezTo>
                    <a:cubicBezTo>
                      <a:pt x="21" y="127"/>
                      <a:pt x="21" y="127"/>
                      <a:pt x="21" y="127"/>
                    </a:cubicBezTo>
                    <a:cubicBezTo>
                      <a:pt x="21" y="127"/>
                      <a:pt x="22" y="127"/>
                      <a:pt x="22" y="128"/>
                    </a:cubicBezTo>
                    <a:cubicBezTo>
                      <a:pt x="22" y="128"/>
                      <a:pt x="22" y="128"/>
                      <a:pt x="23" y="129"/>
                    </a:cubicBezTo>
                    <a:cubicBezTo>
                      <a:pt x="25" y="133"/>
                      <a:pt x="25" y="133"/>
                      <a:pt x="25" y="133"/>
                    </a:cubicBezTo>
                    <a:cubicBezTo>
                      <a:pt x="25" y="134"/>
                      <a:pt x="26" y="135"/>
                      <a:pt x="25" y="135"/>
                    </a:cubicBezTo>
                    <a:cubicBezTo>
                      <a:pt x="25" y="135"/>
                      <a:pt x="25" y="135"/>
                      <a:pt x="25" y="136"/>
                    </a:cubicBezTo>
                    <a:cubicBezTo>
                      <a:pt x="25" y="136"/>
                      <a:pt x="25" y="136"/>
                      <a:pt x="25" y="136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29" y="133"/>
                      <a:pt x="29" y="133"/>
                      <a:pt x="29" y="133"/>
                    </a:cubicBezTo>
                    <a:cubicBezTo>
                      <a:pt x="28" y="133"/>
                      <a:pt x="28" y="133"/>
                      <a:pt x="28" y="132"/>
                    </a:cubicBezTo>
                    <a:cubicBezTo>
                      <a:pt x="26" y="128"/>
                      <a:pt x="26" y="128"/>
                      <a:pt x="26" y="128"/>
                    </a:cubicBezTo>
                    <a:cubicBezTo>
                      <a:pt x="25" y="127"/>
                      <a:pt x="25" y="126"/>
                      <a:pt x="24" y="126"/>
                    </a:cubicBezTo>
                    <a:cubicBezTo>
                      <a:pt x="24" y="125"/>
                      <a:pt x="23" y="125"/>
                      <a:pt x="23" y="125"/>
                    </a:cubicBezTo>
                    <a:cubicBezTo>
                      <a:pt x="22" y="125"/>
                      <a:pt x="22" y="125"/>
                      <a:pt x="21" y="125"/>
                    </a:cubicBezTo>
                    <a:cubicBezTo>
                      <a:pt x="21" y="126"/>
                      <a:pt x="20" y="126"/>
                      <a:pt x="20" y="126"/>
                    </a:cubicBezTo>
                    <a:cubicBezTo>
                      <a:pt x="20" y="127"/>
                      <a:pt x="19" y="128"/>
                      <a:pt x="19" y="128"/>
                    </a:cubicBezTo>
                    <a:cubicBezTo>
                      <a:pt x="19" y="127"/>
                      <a:pt x="19" y="127"/>
                      <a:pt x="19" y="127"/>
                    </a:cubicBezTo>
                    <a:close/>
                    <a:moveTo>
                      <a:pt x="30" y="120"/>
                    </a:moveTo>
                    <a:cubicBezTo>
                      <a:pt x="31" y="119"/>
                      <a:pt x="31" y="119"/>
                      <a:pt x="32" y="119"/>
                    </a:cubicBezTo>
                    <a:cubicBezTo>
                      <a:pt x="33" y="119"/>
                      <a:pt x="34" y="119"/>
                      <a:pt x="35" y="120"/>
                    </a:cubicBezTo>
                    <a:cubicBezTo>
                      <a:pt x="36" y="120"/>
                      <a:pt x="36" y="121"/>
                      <a:pt x="37" y="122"/>
                    </a:cubicBezTo>
                    <a:cubicBezTo>
                      <a:pt x="38" y="123"/>
                      <a:pt x="38" y="124"/>
                      <a:pt x="38" y="126"/>
                    </a:cubicBezTo>
                    <a:cubicBezTo>
                      <a:pt x="38" y="127"/>
                      <a:pt x="38" y="128"/>
                      <a:pt x="36" y="129"/>
                    </a:cubicBezTo>
                    <a:cubicBezTo>
                      <a:pt x="35" y="130"/>
                      <a:pt x="34" y="131"/>
                      <a:pt x="32" y="130"/>
                    </a:cubicBezTo>
                    <a:cubicBezTo>
                      <a:pt x="31" y="130"/>
                      <a:pt x="30" y="129"/>
                      <a:pt x="29" y="128"/>
                    </a:cubicBezTo>
                    <a:cubicBezTo>
                      <a:pt x="28" y="126"/>
                      <a:pt x="28" y="125"/>
                      <a:pt x="28" y="123"/>
                    </a:cubicBezTo>
                    <a:cubicBezTo>
                      <a:pt x="28" y="122"/>
                      <a:pt x="29" y="121"/>
                      <a:pt x="30" y="120"/>
                    </a:cubicBezTo>
                    <a:close/>
                    <a:moveTo>
                      <a:pt x="30" y="121"/>
                    </a:moveTo>
                    <a:cubicBezTo>
                      <a:pt x="31" y="120"/>
                      <a:pt x="31" y="120"/>
                      <a:pt x="31" y="120"/>
                    </a:cubicBezTo>
                    <a:cubicBezTo>
                      <a:pt x="31" y="120"/>
                      <a:pt x="32" y="120"/>
                      <a:pt x="32" y="121"/>
                    </a:cubicBezTo>
                    <a:cubicBezTo>
                      <a:pt x="33" y="121"/>
                      <a:pt x="33" y="122"/>
                      <a:pt x="34" y="123"/>
                    </a:cubicBezTo>
                    <a:cubicBezTo>
                      <a:pt x="35" y="125"/>
                      <a:pt x="36" y="126"/>
                      <a:pt x="36" y="127"/>
                    </a:cubicBezTo>
                    <a:cubicBezTo>
                      <a:pt x="36" y="127"/>
                      <a:pt x="36" y="128"/>
                      <a:pt x="36" y="128"/>
                    </a:cubicBezTo>
                    <a:cubicBezTo>
                      <a:pt x="36" y="128"/>
                      <a:pt x="36" y="129"/>
                      <a:pt x="36" y="129"/>
                    </a:cubicBezTo>
                    <a:cubicBezTo>
                      <a:pt x="35" y="129"/>
                      <a:pt x="35" y="129"/>
                      <a:pt x="35" y="129"/>
                    </a:cubicBezTo>
                    <a:cubicBezTo>
                      <a:pt x="34" y="129"/>
                      <a:pt x="34" y="129"/>
                      <a:pt x="34" y="128"/>
                    </a:cubicBezTo>
                    <a:cubicBezTo>
                      <a:pt x="33" y="128"/>
                      <a:pt x="33" y="127"/>
                      <a:pt x="32" y="126"/>
                    </a:cubicBezTo>
                    <a:cubicBezTo>
                      <a:pt x="31" y="125"/>
                      <a:pt x="31" y="124"/>
                      <a:pt x="30" y="123"/>
                    </a:cubicBezTo>
                    <a:cubicBezTo>
                      <a:pt x="30" y="123"/>
                      <a:pt x="30" y="122"/>
                      <a:pt x="30" y="121"/>
                    </a:cubicBezTo>
                    <a:cubicBezTo>
                      <a:pt x="30" y="121"/>
                      <a:pt x="30" y="121"/>
                      <a:pt x="30" y="121"/>
                    </a:cubicBezTo>
                    <a:close/>
                    <a:moveTo>
                      <a:pt x="36" y="109"/>
                    </a:moveTo>
                    <a:cubicBezTo>
                      <a:pt x="33" y="112"/>
                      <a:pt x="33" y="112"/>
                      <a:pt x="33" y="112"/>
                    </a:cubicBezTo>
                    <a:cubicBezTo>
                      <a:pt x="33" y="112"/>
                      <a:pt x="33" y="112"/>
                      <a:pt x="33" y="112"/>
                    </a:cubicBezTo>
                    <a:cubicBezTo>
                      <a:pt x="33" y="112"/>
                      <a:pt x="34" y="112"/>
                      <a:pt x="34" y="112"/>
                    </a:cubicBezTo>
                    <a:cubicBezTo>
                      <a:pt x="34" y="112"/>
                      <a:pt x="35" y="112"/>
                      <a:pt x="35" y="113"/>
                    </a:cubicBezTo>
                    <a:cubicBezTo>
                      <a:pt x="42" y="122"/>
                      <a:pt x="42" y="122"/>
                      <a:pt x="42" y="122"/>
                    </a:cubicBezTo>
                    <a:cubicBezTo>
                      <a:pt x="42" y="123"/>
                      <a:pt x="42" y="123"/>
                      <a:pt x="42" y="123"/>
                    </a:cubicBezTo>
                    <a:cubicBezTo>
                      <a:pt x="42" y="124"/>
                      <a:pt x="42" y="124"/>
                      <a:pt x="42" y="124"/>
                    </a:cubicBezTo>
                    <a:cubicBezTo>
                      <a:pt x="42" y="125"/>
                      <a:pt x="42" y="125"/>
                      <a:pt x="42" y="125"/>
                    </a:cubicBezTo>
                    <a:cubicBezTo>
                      <a:pt x="47" y="121"/>
                      <a:pt x="47" y="121"/>
                      <a:pt x="47" y="121"/>
                    </a:cubicBezTo>
                    <a:cubicBezTo>
                      <a:pt x="46" y="121"/>
                      <a:pt x="46" y="121"/>
                      <a:pt x="46" y="121"/>
                    </a:cubicBezTo>
                    <a:cubicBezTo>
                      <a:pt x="46" y="121"/>
                      <a:pt x="46" y="121"/>
                      <a:pt x="45" y="121"/>
                    </a:cubicBezTo>
                    <a:cubicBezTo>
                      <a:pt x="45" y="121"/>
                      <a:pt x="45" y="121"/>
                      <a:pt x="44" y="120"/>
                    </a:cubicBezTo>
                    <a:cubicBezTo>
                      <a:pt x="36" y="109"/>
                      <a:pt x="36" y="109"/>
                      <a:pt x="36" y="109"/>
                    </a:cubicBezTo>
                    <a:close/>
                    <a:moveTo>
                      <a:pt x="44" y="107"/>
                    </a:moveTo>
                    <a:cubicBezTo>
                      <a:pt x="45" y="107"/>
                      <a:pt x="46" y="106"/>
                      <a:pt x="47" y="106"/>
                    </a:cubicBezTo>
                    <a:cubicBezTo>
                      <a:pt x="48" y="106"/>
                      <a:pt x="49" y="106"/>
                      <a:pt x="49" y="106"/>
                    </a:cubicBezTo>
                    <a:cubicBezTo>
                      <a:pt x="50" y="107"/>
                      <a:pt x="51" y="107"/>
                      <a:pt x="52" y="108"/>
                    </a:cubicBezTo>
                    <a:cubicBezTo>
                      <a:pt x="53" y="109"/>
                      <a:pt x="53" y="110"/>
                      <a:pt x="54" y="112"/>
                    </a:cubicBezTo>
                    <a:cubicBezTo>
                      <a:pt x="54" y="113"/>
                      <a:pt x="53" y="115"/>
                      <a:pt x="52" y="116"/>
                    </a:cubicBezTo>
                    <a:cubicBezTo>
                      <a:pt x="51" y="117"/>
                      <a:pt x="50" y="117"/>
                      <a:pt x="48" y="117"/>
                    </a:cubicBezTo>
                    <a:cubicBezTo>
                      <a:pt x="47" y="117"/>
                      <a:pt x="46" y="116"/>
                      <a:pt x="45" y="115"/>
                    </a:cubicBezTo>
                    <a:cubicBezTo>
                      <a:pt x="44" y="114"/>
                      <a:pt x="43" y="113"/>
                      <a:pt x="43" y="111"/>
                    </a:cubicBezTo>
                    <a:cubicBezTo>
                      <a:pt x="43" y="110"/>
                      <a:pt x="43" y="108"/>
                      <a:pt x="44" y="107"/>
                    </a:cubicBezTo>
                    <a:close/>
                    <a:moveTo>
                      <a:pt x="45" y="108"/>
                    </a:moveTo>
                    <a:cubicBezTo>
                      <a:pt x="45" y="108"/>
                      <a:pt x="45" y="108"/>
                      <a:pt x="46" y="108"/>
                    </a:cubicBezTo>
                    <a:cubicBezTo>
                      <a:pt x="46" y="107"/>
                      <a:pt x="46" y="108"/>
                      <a:pt x="47" y="108"/>
                    </a:cubicBezTo>
                    <a:cubicBezTo>
                      <a:pt x="47" y="108"/>
                      <a:pt x="48" y="109"/>
                      <a:pt x="49" y="110"/>
                    </a:cubicBezTo>
                    <a:cubicBezTo>
                      <a:pt x="50" y="111"/>
                      <a:pt x="51" y="113"/>
                      <a:pt x="52" y="113"/>
                    </a:cubicBezTo>
                    <a:cubicBezTo>
                      <a:pt x="52" y="114"/>
                      <a:pt x="52" y="114"/>
                      <a:pt x="52" y="114"/>
                    </a:cubicBezTo>
                    <a:cubicBezTo>
                      <a:pt x="52" y="115"/>
                      <a:pt x="52" y="115"/>
                      <a:pt x="52" y="115"/>
                    </a:cubicBezTo>
                    <a:cubicBezTo>
                      <a:pt x="51" y="116"/>
                      <a:pt x="51" y="116"/>
                      <a:pt x="51" y="116"/>
                    </a:cubicBezTo>
                    <a:cubicBezTo>
                      <a:pt x="50" y="116"/>
                      <a:pt x="50" y="115"/>
                      <a:pt x="49" y="115"/>
                    </a:cubicBezTo>
                    <a:cubicBezTo>
                      <a:pt x="49" y="115"/>
                      <a:pt x="48" y="114"/>
                      <a:pt x="48" y="113"/>
                    </a:cubicBezTo>
                    <a:cubicBezTo>
                      <a:pt x="47" y="112"/>
                      <a:pt x="46" y="111"/>
                      <a:pt x="45" y="111"/>
                    </a:cubicBezTo>
                    <a:cubicBezTo>
                      <a:pt x="45" y="110"/>
                      <a:pt x="45" y="109"/>
                      <a:pt x="45" y="109"/>
                    </a:cubicBezTo>
                    <a:cubicBezTo>
                      <a:pt x="45" y="109"/>
                      <a:pt x="45" y="108"/>
                      <a:pt x="45" y="108"/>
                    </a:cubicBezTo>
                    <a:close/>
                    <a:moveTo>
                      <a:pt x="54" y="97"/>
                    </a:moveTo>
                    <a:cubicBezTo>
                      <a:pt x="54" y="98"/>
                      <a:pt x="53" y="98"/>
                      <a:pt x="53" y="99"/>
                    </a:cubicBezTo>
                    <a:cubicBezTo>
                      <a:pt x="52" y="100"/>
                      <a:pt x="51" y="101"/>
                      <a:pt x="51" y="102"/>
                    </a:cubicBezTo>
                    <a:cubicBezTo>
                      <a:pt x="51" y="103"/>
                      <a:pt x="51" y="104"/>
                      <a:pt x="52" y="105"/>
                    </a:cubicBezTo>
                    <a:cubicBezTo>
                      <a:pt x="53" y="105"/>
                      <a:pt x="53" y="106"/>
                      <a:pt x="54" y="106"/>
                    </a:cubicBezTo>
                    <a:cubicBezTo>
                      <a:pt x="55" y="106"/>
                      <a:pt x="56" y="106"/>
                      <a:pt x="57" y="105"/>
                    </a:cubicBezTo>
                    <a:cubicBezTo>
                      <a:pt x="56" y="106"/>
                      <a:pt x="56" y="107"/>
                      <a:pt x="56" y="108"/>
                    </a:cubicBezTo>
                    <a:cubicBezTo>
                      <a:pt x="56" y="108"/>
                      <a:pt x="57" y="109"/>
                      <a:pt x="57" y="109"/>
                    </a:cubicBezTo>
                    <a:cubicBezTo>
                      <a:pt x="58" y="110"/>
                      <a:pt x="58" y="110"/>
                      <a:pt x="59" y="109"/>
                    </a:cubicBezTo>
                    <a:cubicBezTo>
                      <a:pt x="59" y="110"/>
                      <a:pt x="59" y="111"/>
                      <a:pt x="59" y="111"/>
                    </a:cubicBezTo>
                    <a:cubicBezTo>
                      <a:pt x="59" y="111"/>
                      <a:pt x="59" y="112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1" y="112"/>
                      <a:pt x="61" y="112"/>
                      <a:pt x="62" y="112"/>
                    </a:cubicBezTo>
                    <a:cubicBezTo>
                      <a:pt x="63" y="111"/>
                      <a:pt x="63" y="111"/>
                      <a:pt x="64" y="110"/>
                    </a:cubicBezTo>
                    <a:cubicBezTo>
                      <a:pt x="65" y="109"/>
                      <a:pt x="66" y="108"/>
                      <a:pt x="66" y="107"/>
                    </a:cubicBezTo>
                    <a:cubicBezTo>
                      <a:pt x="66" y="106"/>
                      <a:pt x="66" y="106"/>
                      <a:pt x="66" y="105"/>
                    </a:cubicBezTo>
                    <a:cubicBezTo>
                      <a:pt x="66" y="104"/>
                      <a:pt x="66" y="104"/>
                      <a:pt x="65" y="103"/>
                    </a:cubicBezTo>
                    <a:cubicBezTo>
                      <a:pt x="65" y="103"/>
                      <a:pt x="64" y="102"/>
                      <a:pt x="63" y="103"/>
                    </a:cubicBezTo>
                    <a:cubicBezTo>
                      <a:pt x="62" y="103"/>
                      <a:pt x="61" y="103"/>
                      <a:pt x="60" y="105"/>
                    </a:cubicBezTo>
                    <a:cubicBezTo>
                      <a:pt x="59" y="106"/>
                      <a:pt x="59" y="106"/>
                      <a:pt x="59" y="106"/>
                    </a:cubicBezTo>
                    <a:cubicBezTo>
                      <a:pt x="59" y="107"/>
                      <a:pt x="58" y="107"/>
                      <a:pt x="58" y="107"/>
                    </a:cubicBezTo>
                    <a:cubicBezTo>
                      <a:pt x="58" y="107"/>
                      <a:pt x="58" y="107"/>
                      <a:pt x="57" y="106"/>
                    </a:cubicBezTo>
                    <a:cubicBezTo>
                      <a:pt x="57" y="106"/>
                      <a:pt x="57" y="106"/>
                      <a:pt x="57" y="106"/>
                    </a:cubicBezTo>
                    <a:cubicBezTo>
                      <a:pt x="57" y="105"/>
                      <a:pt x="57" y="105"/>
                      <a:pt x="57" y="105"/>
                    </a:cubicBezTo>
                    <a:cubicBezTo>
                      <a:pt x="58" y="104"/>
                      <a:pt x="58" y="104"/>
                      <a:pt x="58" y="104"/>
                    </a:cubicBezTo>
                    <a:cubicBezTo>
                      <a:pt x="59" y="103"/>
                      <a:pt x="59" y="103"/>
                      <a:pt x="59" y="102"/>
                    </a:cubicBezTo>
                    <a:cubicBezTo>
                      <a:pt x="60" y="101"/>
                      <a:pt x="60" y="100"/>
                      <a:pt x="60" y="100"/>
                    </a:cubicBezTo>
                    <a:cubicBezTo>
                      <a:pt x="60" y="99"/>
                      <a:pt x="59" y="98"/>
                      <a:pt x="59" y="98"/>
                    </a:cubicBezTo>
                    <a:cubicBezTo>
                      <a:pt x="58" y="98"/>
                      <a:pt x="58" y="97"/>
                      <a:pt x="58" y="97"/>
                    </a:cubicBezTo>
                    <a:cubicBezTo>
                      <a:pt x="57" y="97"/>
                      <a:pt x="57" y="97"/>
                      <a:pt x="56" y="97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7" y="95"/>
                      <a:pt x="57" y="95"/>
                      <a:pt x="57" y="95"/>
                    </a:cubicBezTo>
                    <a:cubicBezTo>
                      <a:pt x="54" y="97"/>
                      <a:pt x="54" y="97"/>
                      <a:pt x="54" y="97"/>
                    </a:cubicBezTo>
                    <a:close/>
                    <a:moveTo>
                      <a:pt x="53" y="99"/>
                    </a:moveTo>
                    <a:cubicBezTo>
                      <a:pt x="53" y="99"/>
                      <a:pt x="54" y="98"/>
                      <a:pt x="54" y="99"/>
                    </a:cubicBezTo>
                    <a:cubicBezTo>
                      <a:pt x="55" y="99"/>
                      <a:pt x="56" y="99"/>
                      <a:pt x="57" y="100"/>
                    </a:cubicBezTo>
                    <a:cubicBezTo>
                      <a:pt x="57" y="101"/>
                      <a:pt x="58" y="102"/>
                      <a:pt x="58" y="102"/>
                    </a:cubicBezTo>
                    <a:cubicBezTo>
                      <a:pt x="58" y="103"/>
                      <a:pt x="58" y="103"/>
                      <a:pt x="58" y="104"/>
                    </a:cubicBezTo>
                    <a:cubicBezTo>
                      <a:pt x="57" y="104"/>
                      <a:pt x="57" y="104"/>
                      <a:pt x="57" y="104"/>
                    </a:cubicBezTo>
                    <a:cubicBezTo>
                      <a:pt x="56" y="104"/>
                      <a:pt x="55" y="103"/>
                      <a:pt x="55" y="103"/>
                    </a:cubicBezTo>
                    <a:cubicBezTo>
                      <a:pt x="54" y="102"/>
                      <a:pt x="53" y="101"/>
                      <a:pt x="53" y="100"/>
                    </a:cubicBezTo>
                    <a:cubicBezTo>
                      <a:pt x="53" y="100"/>
                      <a:pt x="53" y="99"/>
                      <a:pt x="53" y="99"/>
                    </a:cubicBezTo>
                    <a:close/>
                    <a:moveTo>
                      <a:pt x="61" y="108"/>
                    </a:moveTo>
                    <a:cubicBezTo>
                      <a:pt x="62" y="107"/>
                      <a:pt x="63" y="106"/>
                      <a:pt x="63" y="106"/>
                    </a:cubicBezTo>
                    <a:cubicBezTo>
                      <a:pt x="64" y="105"/>
                      <a:pt x="64" y="105"/>
                      <a:pt x="64" y="105"/>
                    </a:cubicBezTo>
                    <a:cubicBezTo>
                      <a:pt x="65" y="105"/>
                      <a:pt x="65" y="105"/>
                      <a:pt x="65" y="105"/>
                    </a:cubicBezTo>
                    <a:cubicBezTo>
                      <a:pt x="65" y="106"/>
                      <a:pt x="65" y="106"/>
                      <a:pt x="65" y="107"/>
                    </a:cubicBezTo>
                    <a:cubicBezTo>
                      <a:pt x="65" y="108"/>
                      <a:pt x="64" y="108"/>
                      <a:pt x="64" y="109"/>
                    </a:cubicBezTo>
                    <a:cubicBezTo>
                      <a:pt x="63" y="110"/>
                      <a:pt x="62" y="111"/>
                      <a:pt x="62" y="111"/>
                    </a:cubicBezTo>
                    <a:cubicBezTo>
                      <a:pt x="61" y="111"/>
                      <a:pt x="61" y="111"/>
                      <a:pt x="60" y="110"/>
                    </a:cubicBezTo>
                    <a:cubicBezTo>
                      <a:pt x="60" y="110"/>
                      <a:pt x="60" y="110"/>
                      <a:pt x="60" y="109"/>
                    </a:cubicBezTo>
                    <a:cubicBezTo>
                      <a:pt x="60" y="109"/>
                      <a:pt x="61" y="109"/>
                      <a:pt x="61" y="108"/>
                    </a:cubicBezTo>
                    <a:close/>
                    <a:moveTo>
                      <a:pt x="69" y="96"/>
                    </a:moveTo>
                    <a:cubicBezTo>
                      <a:pt x="61" y="94"/>
                      <a:pt x="61" y="94"/>
                      <a:pt x="61" y="94"/>
                    </a:cubicBezTo>
                    <a:cubicBezTo>
                      <a:pt x="60" y="94"/>
                      <a:pt x="59" y="93"/>
                      <a:pt x="58" y="93"/>
                    </a:cubicBezTo>
                    <a:cubicBezTo>
                      <a:pt x="58" y="93"/>
                      <a:pt x="58" y="94"/>
                      <a:pt x="57" y="94"/>
                    </a:cubicBezTo>
                    <a:cubicBezTo>
                      <a:pt x="57" y="93"/>
                      <a:pt x="57" y="93"/>
                      <a:pt x="57" y="93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1" y="89"/>
                      <a:pt x="61" y="90"/>
                      <a:pt x="61" y="90"/>
                    </a:cubicBezTo>
                    <a:cubicBezTo>
                      <a:pt x="61" y="90"/>
                      <a:pt x="61" y="90"/>
                      <a:pt x="61" y="90"/>
                    </a:cubicBezTo>
                    <a:cubicBezTo>
                      <a:pt x="61" y="91"/>
                      <a:pt x="62" y="91"/>
                      <a:pt x="62" y="91"/>
                    </a:cubicBezTo>
                    <a:cubicBezTo>
                      <a:pt x="67" y="92"/>
                      <a:pt x="67" y="92"/>
                      <a:pt x="67" y="92"/>
                    </a:cubicBezTo>
                    <a:cubicBezTo>
                      <a:pt x="65" y="89"/>
                      <a:pt x="65" y="89"/>
                      <a:pt x="65" y="89"/>
                    </a:cubicBezTo>
                    <a:cubicBezTo>
                      <a:pt x="64" y="88"/>
                      <a:pt x="64" y="87"/>
                      <a:pt x="64" y="87"/>
                    </a:cubicBezTo>
                    <a:cubicBezTo>
                      <a:pt x="63" y="87"/>
                      <a:pt x="63" y="87"/>
                      <a:pt x="63" y="87"/>
                    </a:cubicBezTo>
                    <a:cubicBezTo>
                      <a:pt x="63" y="87"/>
                      <a:pt x="62" y="87"/>
                      <a:pt x="62" y="87"/>
                    </a:cubicBezTo>
                    <a:cubicBezTo>
                      <a:pt x="62" y="87"/>
                      <a:pt x="62" y="87"/>
                      <a:pt x="62" y="87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64" y="85"/>
                      <a:pt x="64" y="85"/>
                      <a:pt x="64" y="85"/>
                    </a:cubicBezTo>
                    <a:cubicBezTo>
                      <a:pt x="64" y="85"/>
                      <a:pt x="64" y="85"/>
                      <a:pt x="64" y="86"/>
                    </a:cubicBezTo>
                    <a:cubicBezTo>
                      <a:pt x="64" y="86"/>
                      <a:pt x="65" y="87"/>
                      <a:pt x="65" y="88"/>
                    </a:cubicBezTo>
                    <a:cubicBezTo>
                      <a:pt x="69" y="96"/>
                      <a:pt x="69" y="96"/>
                      <a:pt x="69" y="96"/>
                    </a:cubicBezTo>
                    <a:cubicBezTo>
                      <a:pt x="70" y="98"/>
                      <a:pt x="71" y="99"/>
                      <a:pt x="71" y="99"/>
                    </a:cubicBezTo>
                    <a:cubicBezTo>
                      <a:pt x="71" y="100"/>
                      <a:pt x="71" y="101"/>
                      <a:pt x="71" y="102"/>
                    </a:cubicBezTo>
                    <a:cubicBezTo>
                      <a:pt x="70" y="102"/>
                      <a:pt x="70" y="102"/>
                      <a:pt x="69" y="103"/>
                    </a:cubicBezTo>
                    <a:cubicBezTo>
                      <a:pt x="69" y="103"/>
                      <a:pt x="68" y="102"/>
                      <a:pt x="68" y="102"/>
                    </a:cubicBezTo>
                    <a:cubicBezTo>
                      <a:pt x="68" y="102"/>
                      <a:pt x="67" y="102"/>
                      <a:pt x="67" y="101"/>
                    </a:cubicBezTo>
                    <a:cubicBezTo>
                      <a:pt x="67" y="101"/>
                      <a:pt x="67" y="100"/>
                      <a:pt x="68" y="100"/>
                    </a:cubicBezTo>
                    <a:cubicBezTo>
                      <a:pt x="68" y="100"/>
                      <a:pt x="68" y="100"/>
                      <a:pt x="69" y="100"/>
                    </a:cubicBezTo>
                    <a:cubicBezTo>
                      <a:pt x="69" y="99"/>
                      <a:pt x="69" y="100"/>
                      <a:pt x="70" y="100"/>
                    </a:cubicBezTo>
                    <a:cubicBezTo>
                      <a:pt x="70" y="100"/>
                      <a:pt x="70" y="100"/>
                      <a:pt x="70" y="100"/>
                    </a:cubicBezTo>
                    <a:cubicBezTo>
                      <a:pt x="70" y="100"/>
                      <a:pt x="70" y="100"/>
                      <a:pt x="70" y="100"/>
                    </a:cubicBezTo>
                    <a:cubicBezTo>
                      <a:pt x="70" y="100"/>
                      <a:pt x="71" y="100"/>
                      <a:pt x="70" y="99"/>
                    </a:cubicBezTo>
                    <a:cubicBezTo>
                      <a:pt x="70" y="99"/>
                      <a:pt x="70" y="98"/>
                      <a:pt x="69" y="97"/>
                    </a:cubicBezTo>
                    <a:cubicBezTo>
                      <a:pt x="69" y="96"/>
                      <a:pt x="69" y="96"/>
                      <a:pt x="69" y="96"/>
                    </a:cubicBezTo>
                    <a:close/>
                    <a:moveTo>
                      <a:pt x="69" y="75"/>
                    </a:moveTo>
                    <a:cubicBezTo>
                      <a:pt x="70" y="74"/>
                      <a:pt x="70" y="74"/>
                      <a:pt x="71" y="73"/>
                    </a:cubicBezTo>
                    <a:cubicBezTo>
                      <a:pt x="72" y="73"/>
                      <a:pt x="73" y="73"/>
                      <a:pt x="74" y="73"/>
                    </a:cubicBezTo>
                    <a:cubicBezTo>
                      <a:pt x="75" y="73"/>
                      <a:pt x="76" y="73"/>
                      <a:pt x="77" y="74"/>
                    </a:cubicBezTo>
                    <a:cubicBezTo>
                      <a:pt x="78" y="74"/>
                      <a:pt x="79" y="75"/>
                      <a:pt x="79" y="77"/>
                    </a:cubicBezTo>
                    <a:cubicBezTo>
                      <a:pt x="80" y="78"/>
                      <a:pt x="80" y="80"/>
                      <a:pt x="79" y="81"/>
                    </a:cubicBezTo>
                    <a:cubicBezTo>
                      <a:pt x="78" y="83"/>
                      <a:pt x="77" y="83"/>
                      <a:pt x="76" y="84"/>
                    </a:cubicBezTo>
                    <a:cubicBezTo>
                      <a:pt x="74" y="84"/>
                      <a:pt x="73" y="83"/>
                      <a:pt x="72" y="83"/>
                    </a:cubicBezTo>
                    <a:cubicBezTo>
                      <a:pt x="70" y="82"/>
                      <a:pt x="69" y="81"/>
                      <a:pt x="69" y="79"/>
                    </a:cubicBezTo>
                    <a:cubicBezTo>
                      <a:pt x="68" y="78"/>
                      <a:pt x="68" y="77"/>
                      <a:pt x="69" y="75"/>
                    </a:cubicBezTo>
                    <a:close/>
                    <a:moveTo>
                      <a:pt x="70" y="76"/>
                    </a:moveTo>
                    <a:cubicBezTo>
                      <a:pt x="70" y="76"/>
                      <a:pt x="70" y="76"/>
                      <a:pt x="70" y="77"/>
                    </a:cubicBezTo>
                    <a:cubicBezTo>
                      <a:pt x="70" y="77"/>
                      <a:pt x="70" y="78"/>
                      <a:pt x="71" y="78"/>
                    </a:cubicBezTo>
                    <a:cubicBezTo>
                      <a:pt x="72" y="79"/>
                      <a:pt x="73" y="79"/>
                      <a:pt x="74" y="80"/>
                    </a:cubicBezTo>
                    <a:cubicBezTo>
                      <a:pt x="75" y="81"/>
                      <a:pt x="75" y="81"/>
                      <a:pt x="76" y="81"/>
                    </a:cubicBezTo>
                    <a:cubicBezTo>
                      <a:pt x="77" y="81"/>
                      <a:pt x="77" y="81"/>
                      <a:pt x="77" y="81"/>
                    </a:cubicBezTo>
                    <a:cubicBezTo>
                      <a:pt x="78" y="81"/>
                      <a:pt x="78" y="81"/>
                      <a:pt x="78" y="81"/>
                    </a:cubicBezTo>
                    <a:cubicBezTo>
                      <a:pt x="78" y="80"/>
                      <a:pt x="78" y="80"/>
                      <a:pt x="78" y="80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77" y="78"/>
                      <a:pt x="76" y="77"/>
                      <a:pt x="74" y="76"/>
                    </a:cubicBezTo>
                    <a:cubicBezTo>
                      <a:pt x="73" y="76"/>
                      <a:pt x="72" y="75"/>
                      <a:pt x="72" y="75"/>
                    </a:cubicBezTo>
                    <a:cubicBezTo>
                      <a:pt x="71" y="75"/>
                      <a:pt x="71" y="75"/>
                      <a:pt x="70" y="75"/>
                    </a:cubicBezTo>
                    <a:cubicBezTo>
                      <a:pt x="70" y="75"/>
                      <a:pt x="70" y="75"/>
                      <a:pt x="70" y="76"/>
                    </a:cubicBezTo>
                    <a:close/>
                    <a:moveTo>
                      <a:pt x="76" y="65"/>
                    </a:moveTo>
                    <a:cubicBezTo>
                      <a:pt x="77" y="63"/>
                      <a:pt x="77" y="63"/>
                      <a:pt x="77" y="63"/>
                    </a:cubicBezTo>
                    <a:cubicBezTo>
                      <a:pt x="76" y="63"/>
                      <a:pt x="76" y="63"/>
                      <a:pt x="76" y="63"/>
                    </a:cubicBezTo>
                    <a:cubicBezTo>
                      <a:pt x="75" y="64"/>
                      <a:pt x="75" y="64"/>
                      <a:pt x="75" y="64"/>
                    </a:cubicBezTo>
                    <a:cubicBezTo>
                      <a:pt x="74" y="64"/>
                      <a:pt x="74" y="64"/>
                      <a:pt x="74" y="64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63"/>
                      <a:pt x="72" y="62"/>
                      <a:pt x="72" y="62"/>
                    </a:cubicBezTo>
                    <a:cubicBezTo>
                      <a:pt x="71" y="62"/>
                      <a:pt x="71" y="62"/>
                      <a:pt x="72" y="61"/>
                    </a:cubicBezTo>
                    <a:cubicBezTo>
                      <a:pt x="72" y="61"/>
                      <a:pt x="72" y="61"/>
                      <a:pt x="72" y="61"/>
                    </a:cubicBezTo>
                    <a:cubicBezTo>
                      <a:pt x="72" y="61"/>
                      <a:pt x="72" y="61"/>
                      <a:pt x="72" y="61"/>
                    </a:cubicBezTo>
                    <a:cubicBezTo>
                      <a:pt x="72" y="61"/>
                      <a:pt x="73" y="61"/>
                      <a:pt x="73" y="61"/>
                    </a:cubicBezTo>
                    <a:cubicBezTo>
                      <a:pt x="73" y="62"/>
                      <a:pt x="73" y="62"/>
                      <a:pt x="73" y="62"/>
                    </a:cubicBezTo>
                    <a:cubicBezTo>
                      <a:pt x="73" y="62"/>
                      <a:pt x="73" y="62"/>
                      <a:pt x="74" y="62"/>
                    </a:cubicBezTo>
                    <a:cubicBezTo>
                      <a:pt x="74" y="62"/>
                      <a:pt x="74" y="61"/>
                      <a:pt x="74" y="61"/>
                    </a:cubicBezTo>
                    <a:cubicBezTo>
                      <a:pt x="75" y="61"/>
                      <a:pt x="75" y="60"/>
                      <a:pt x="75" y="60"/>
                    </a:cubicBezTo>
                    <a:cubicBezTo>
                      <a:pt x="75" y="59"/>
                      <a:pt x="74" y="59"/>
                      <a:pt x="74" y="59"/>
                    </a:cubicBezTo>
                    <a:cubicBezTo>
                      <a:pt x="74" y="59"/>
                      <a:pt x="73" y="59"/>
                      <a:pt x="73" y="59"/>
                    </a:cubicBezTo>
                    <a:cubicBezTo>
                      <a:pt x="72" y="59"/>
                      <a:pt x="72" y="60"/>
                      <a:pt x="71" y="61"/>
                    </a:cubicBezTo>
                    <a:cubicBezTo>
                      <a:pt x="71" y="62"/>
                      <a:pt x="70" y="63"/>
                      <a:pt x="71" y="64"/>
                    </a:cubicBezTo>
                    <a:cubicBezTo>
                      <a:pt x="71" y="65"/>
                      <a:pt x="72" y="66"/>
                      <a:pt x="73" y="67"/>
                    </a:cubicBezTo>
                    <a:cubicBezTo>
                      <a:pt x="73" y="67"/>
                      <a:pt x="73" y="67"/>
                      <a:pt x="73" y="67"/>
                    </a:cubicBezTo>
                    <a:cubicBezTo>
                      <a:pt x="74" y="67"/>
                      <a:pt x="74" y="67"/>
                      <a:pt x="74" y="67"/>
                    </a:cubicBezTo>
                    <a:cubicBezTo>
                      <a:pt x="73" y="69"/>
                      <a:pt x="73" y="69"/>
                      <a:pt x="73" y="69"/>
                    </a:cubicBezTo>
                    <a:cubicBezTo>
                      <a:pt x="74" y="69"/>
                      <a:pt x="74" y="69"/>
                      <a:pt x="74" y="69"/>
                    </a:cubicBezTo>
                    <a:cubicBezTo>
                      <a:pt x="75" y="68"/>
                      <a:pt x="75" y="68"/>
                      <a:pt x="75" y="68"/>
                    </a:cubicBezTo>
                    <a:cubicBezTo>
                      <a:pt x="81" y="71"/>
                      <a:pt x="81" y="71"/>
                      <a:pt x="81" y="71"/>
                    </a:cubicBezTo>
                    <a:cubicBezTo>
                      <a:pt x="82" y="72"/>
                      <a:pt x="82" y="72"/>
                      <a:pt x="82" y="72"/>
                    </a:cubicBezTo>
                    <a:cubicBezTo>
                      <a:pt x="82" y="72"/>
                      <a:pt x="82" y="72"/>
                      <a:pt x="82" y="73"/>
                    </a:cubicBezTo>
                    <a:cubicBezTo>
                      <a:pt x="82" y="73"/>
                      <a:pt x="82" y="73"/>
                      <a:pt x="82" y="74"/>
                    </a:cubicBezTo>
                    <a:cubicBezTo>
                      <a:pt x="82" y="74"/>
                      <a:pt x="82" y="74"/>
                      <a:pt x="82" y="74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8"/>
                      <a:pt x="84" y="69"/>
                      <a:pt x="84" y="69"/>
                    </a:cubicBezTo>
                    <a:cubicBezTo>
                      <a:pt x="84" y="69"/>
                      <a:pt x="83" y="69"/>
                      <a:pt x="83" y="68"/>
                    </a:cubicBezTo>
                    <a:cubicBezTo>
                      <a:pt x="76" y="65"/>
                      <a:pt x="76" y="65"/>
                      <a:pt x="76" y="65"/>
                    </a:cubicBezTo>
                    <a:close/>
                    <a:moveTo>
                      <a:pt x="79" y="41"/>
                    </a:moveTo>
                    <a:cubicBezTo>
                      <a:pt x="84" y="43"/>
                      <a:pt x="84" y="43"/>
                      <a:pt x="84" y="43"/>
                    </a:cubicBezTo>
                    <a:cubicBezTo>
                      <a:pt x="84" y="43"/>
                      <a:pt x="84" y="43"/>
                      <a:pt x="84" y="43"/>
                    </a:cubicBezTo>
                    <a:cubicBezTo>
                      <a:pt x="83" y="43"/>
                      <a:pt x="81" y="43"/>
                      <a:pt x="80" y="44"/>
                    </a:cubicBezTo>
                    <a:cubicBezTo>
                      <a:pt x="79" y="44"/>
                      <a:pt x="79" y="45"/>
                      <a:pt x="78" y="46"/>
                    </a:cubicBezTo>
                    <a:cubicBezTo>
                      <a:pt x="78" y="47"/>
                      <a:pt x="78" y="48"/>
                      <a:pt x="78" y="49"/>
                    </a:cubicBezTo>
                    <a:cubicBezTo>
                      <a:pt x="78" y="50"/>
                      <a:pt x="79" y="51"/>
                      <a:pt x="79" y="52"/>
                    </a:cubicBezTo>
                    <a:cubicBezTo>
                      <a:pt x="80" y="53"/>
                      <a:pt x="81" y="53"/>
                      <a:pt x="83" y="54"/>
                    </a:cubicBezTo>
                    <a:cubicBezTo>
                      <a:pt x="84" y="54"/>
                      <a:pt x="85" y="55"/>
                      <a:pt x="86" y="55"/>
                    </a:cubicBezTo>
                    <a:cubicBezTo>
                      <a:pt x="87" y="55"/>
                      <a:pt x="88" y="55"/>
                      <a:pt x="89" y="54"/>
                    </a:cubicBezTo>
                    <a:cubicBezTo>
                      <a:pt x="90" y="54"/>
                      <a:pt x="91" y="53"/>
                      <a:pt x="91" y="52"/>
                    </a:cubicBezTo>
                    <a:cubicBezTo>
                      <a:pt x="91" y="51"/>
                      <a:pt x="92" y="50"/>
                      <a:pt x="91" y="49"/>
                    </a:cubicBezTo>
                    <a:cubicBezTo>
                      <a:pt x="91" y="48"/>
                      <a:pt x="91" y="47"/>
                      <a:pt x="90" y="46"/>
                    </a:cubicBezTo>
                    <a:cubicBezTo>
                      <a:pt x="92" y="46"/>
                      <a:pt x="92" y="46"/>
                      <a:pt x="92" y="46"/>
                    </a:cubicBezTo>
                    <a:cubicBezTo>
                      <a:pt x="92" y="47"/>
                      <a:pt x="92" y="49"/>
                      <a:pt x="92" y="50"/>
                    </a:cubicBezTo>
                    <a:cubicBezTo>
                      <a:pt x="92" y="51"/>
                      <a:pt x="92" y="52"/>
                      <a:pt x="92" y="53"/>
                    </a:cubicBezTo>
                    <a:cubicBezTo>
                      <a:pt x="91" y="55"/>
                      <a:pt x="90" y="56"/>
                      <a:pt x="89" y="57"/>
                    </a:cubicBezTo>
                    <a:cubicBezTo>
                      <a:pt x="88" y="58"/>
                      <a:pt x="87" y="58"/>
                      <a:pt x="86" y="59"/>
                    </a:cubicBezTo>
                    <a:cubicBezTo>
                      <a:pt x="84" y="59"/>
                      <a:pt x="83" y="59"/>
                      <a:pt x="82" y="58"/>
                    </a:cubicBezTo>
                    <a:cubicBezTo>
                      <a:pt x="80" y="58"/>
                      <a:pt x="79" y="57"/>
                      <a:pt x="78" y="55"/>
                    </a:cubicBezTo>
                    <a:cubicBezTo>
                      <a:pt x="77" y="54"/>
                      <a:pt x="77" y="53"/>
                      <a:pt x="76" y="51"/>
                    </a:cubicBezTo>
                    <a:cubicBezTo>
                      <a:pt x="76" y="50"/>
                      <a:pt x="76" y="48"/>
                      <a:pt x="77" y="47"/>
                    </a:cubicBezTo>
                    <a:cubicBezTo>
                      <a:pt x="77" y="46"/>
                      <a:pt x="78" y="45"/>
                      <a:pt x="79" y="44"/>
                    </a:cubicBezTo>
                    <a:cubicBezTo>
                      <a:pt x="79" y="43"/>
                      <a:pt x="80" y="43"/>
                      <a:pt x="80" y="42"/>
                    </a:cubicBezTo>
                    <a:cubicBezTo>
                      <a:pt x="80" y="42"/>
                      <a:pt x="80" y="42"/>
                      <a:pt x="80" y="42"/>
                    </a:cubicBezTo>
                    <a:cubicBezTo>
                      <a:pt x="80" y="42"/>
                      <a:pt x="79" y="41"/>
                      <a:pt x="79" y="41"/>
                    </a:cubicBezTo>
                    <a:cubicBezTo>
                      <a:pt x="79" y="41"/>
                      <a:pt x="79" y="41"/>
                      <a:pt x="79" y="41"/>
                    </a:cubicBezTo>
                    <a:close/>
                    <a:moveTo>
                      <a:pt x="82" y="36"/>
                    </a:moveTo>
                    <a:cubicBezTo>
                      <a:pt x="80" y="40"/>
                      <a:pt x="80" y="40"/>
                      <a:pt x="80" y="40"/>
                    </a:cubicBezTo>
                    <a:cubicBezTo>
                      <a:pt x="81" y="40"/>
                      <a:pt x="81" y="40"/>
                      <a:pt x="81" y="40"/>
                    </a:cubicBezTo>
                    <a:cubicBezTo>
                      <a:pt x="81" y="40"/>
                      <a:pt x="81" y="40"/>
                      <a:pt x="82" y="40"/>
                    </a:cubicBezTo>
                    <a:cubicBezTo>
                      <a:pt x="82" y="40"/>
                      <a:pt x="82" y="40"/>
                      <a:pt x="83" y="40"/>
                    </a:cubicBezTo>
                    <a:cubicBezTo>
                      <a:pt x="93" y="43"/>
                      <a:pt x="93" y="43"/>
                      <a:pt x="93" y="43"/>
                    </a:cubicBezTo>
                    <a:cubicBezTo>
                      <a:pt x="94" y="43"/>
                      <a:pt x="94" y="43"/>
                      <a:pt x="95" y="44"/>
                    </a:cubicBezTo>
                    <a:cubicBezTo>
                      <a:pt x="95" y="44"/>
                      <a:pt x="95" y="44"/>
                      <a:pt x="95" y="45"/>
                    </a:cubicBezTo>
                    <a:cubicBezTo>
                      <a:pt x="95" y="45"/>
                      <a:pt x="95" y="45"/>
                      <a:pt x="95" y="45"/>
                    </a:cubicBezTo>
                    <a:cubicBezTo>
                      <a:pt x="97" y="39"/>
                      <a:pt x="97" y="39"/>
                      <a:pt x="97" y="39"/>
                    </a:cubicBezTo>
                    <a:cubicBezTo>
                      <a:pt x="96" y="39"/>
                      <a:pt x="96" y="39"/>
                      <a:pt x="96" y="39"/>
                    </a:cubicBezTo>
                    <a:cubicBezTo>
                      <a:pt x="96" y="40"/>
                      <a:pt x="96" y="40"/>
                      <a:pt x="96" y="40"/>
                    </a:cubicBezTo>
                    <a:cubicBezTo>
                      <a:pt x="95" y="40"/>
                      <a:pt x="95" y="40"/>
                      <a:pt x="94" y="40"/>
                    </a:cubicBezTo>
                    <a:cubicBezTo>
                      <a:pt x="89" y="38"/>
                      <a:pt x="89" y="38"/>
                      <a:pt x="89" y="38"/>
                    </a:cubicBezTo>
                    <a:cubicBezTo>
                      <a:pt x="88" y="38"/>
                      <a:pt x="88" y="37"/>
                      <a:pt x="88" y="37"/>
                    </a:cubicBezTo>
                    <a:cubicBezTo>
                      <a:pt x="88" y="37"/>
                      <a:pt x="88" y="36"/>
                      <a:pt x="88" y="36"/>
                    </a:cubicBezTo>
                    <a:cubicBezTo>
                      <a:pt x="88" y="36"/>
                      <a:pt x="88" y="36"/>
                      <a:pt x="88" y="35"/>
                    </a:cubicBezTo>
                    <a:cubicBezTo>
                      <a:pt x="88" y="35"/>
                      <a:pt x="89" y="35"/>
                      <a:pt x="89" y="35"/>
                    </a:cubicBezTo>
                    <a:cubicBezTo>
                      <a:pt x="89" y="35"/>
                      <a:pt x="90" y="35"/>
                      <a:pt x="90" y="36"/>
                    </a:cubicBezTo>
                    <a:cubicBezTo>
                      <a:pt x="95" y="37"/>
                      <a:pt x="95" y="37"/>
                      <a:pt x="95" y="37"/>
                    </a:cubicBezTo>
                    <a:cubicBezTo>
                      <a:pt x="96" y="37"/>
                      <a:pt x="96" y="37"/>
                      <a:pt x="96" y="38"/>
                    </a:cubicBezTo>
                    <a:cubicBezTo>
                      <a:pt x="96" y="38"/>
                      <a:pt x="96" y="38"/>
                      <a:pt x="96" y="39"/>
                    </a:cubicBezTo>
                    <a:cubicBezTo>
                      <a:pt x="97" y="39"/>
                      <a:pt x="97" y="39"/>
                      <a:pt x="97" y="39"/>
                    </a:cubicBezTo>
                    <a:cubicBezTo>
                      <a:pt x="98" y="33"/>
                      <a:pt x="98" y="33"/>
                      <a:pt x="98" y="33"/>
                    </a:cubicBezTo>
                    <a:cubicBezTo>
                      <a:pt x="98" y="33"/>
                      <a:pt x="98" y="33"/>
                      <a:pt x="98" y="33"/>
                    </a:cubicBezTo>
                    <a:cubicBezTo>
                      <a:pt x="98" y="34"/>
                      <a:pt x="98" y="34"/>
                      <a:pt x="97" y="34"/>
                    </a:cubicBezTo>
                    <a:cubicBezTo>
                      <a:pt x="97" y="34"/>
                      <a:pt x="97" y="34"/>
                      <a:pt x="96" y="34"/>
                    </a:cubicBezTo>
                    <a:cubicBezTo>
                      <a:pt x="92" y="33"/>
                      <a:pt x="92" y="33"/>
                      <a:pt x="92" y="33"/>
                    </a:cubicBezTo>
                    <a:cubicBezTo>
                      <a:pt x="91" y="32"/>
                      <a:pt x="90" y="32"/>
                      <a:pt x="89" y="32"/>
                    </a:cubicBezTo>
                    <a:cubicBezTo>
                      <a:pt x="89" y="32"/>
                      <a:pt x="88" y="32"/>
                      <a:pt x="88" y="33"/>
                    </a:cubicBezTo>
                    <a:cubicBezTo>
                      <a:pt x="87" y="33"/>
                      <a:pt x="87" y="34"/>
                      <a:pt x="87" y="34"/>
                    </a:cubicBezTo>
                    <a:cubicBezTo>
                      <a:pt x="87" y="35"/>
                      <a:pt x="87" y="35"/>
                      <a:pt x="87" y="36"/>
                    </a:cubicBezTo>
                    <a:cubicBezTo>
                      <a:pt x="87" y="36"/>
                      <a:pt x="87" y="37"/>
                      <a:pt x="88" y="38"/>
                    </a:cubicBezTo>
                    <a:cubicBezTo>
                      <a:pt x="82" y="36"/>
                      <a:pt x="82" y="36"/>
                      <a:pt x="82" y="36"/>
                    </a:cubicBezTo>
                    <a:close/>
                    <a:moveTo>
                      <a:pt x="85" y="26"/>
                    </a:moveTo>
                    <a:cubicBezTo>
                      <a:pt x="85" y="26"/>
                      <a:pt x="85" y="25"/>
                      <a:pt x="86" y="25"/>
                    </a:cubicBezTo>
                    <a:cubicBezTo>
                      <a:pt x="86" y="25"/>
                      <a:pt x="87" y="25"/>
                      <a:pt x="87" y="25"/>
                    </a:cubicBezTo>
                    <a:cubicBezTo>
                      <a:pt x="88" y="25"/>
                      <a:pt x="88" y="25"/>
                      <a:pt x="88" y="25"/>
                    </a:cubicBezTo>
                    <a:cubicBezTo>
                      <a:pt x="88" y="26"/>
                      <a:pt x="88" y="26"/>
                      <a:pt x="88" y="27"/>
                    </a:cubicBezTo>
                    <a:cubicBezTo>
                      <a:pt x="88" y="27"/>
                      <a:pt x="88" y="28"/>
                      <a:pt x="88" y="28"/>
                    </a:cubicBezTo>
                    <a:cubicBezTo>
                      <a:pt x="87" y="28"/>
                      <a:pt x="87" y="28"/>
                      <a:pt x="86" y="28"/>
                    </a:cubicBezTo>
                    <a:cubicBezTo>
                      <a:pt x="86" y="28"/>
                      <a:pt x="86" y="28"/>
                      <a:pt x="85" y="28"/>
                    </a:cubicBezTo>
                    <a:cubicBezTo>
                      <a:pt x="85" y="27"/>
                      <a:pt x="85" y="27"/>
                      <a:pt x="85" y="26"/>
                    </a:cubicBezTo>
                    <a:close/>
                    <a:moveTo>
                      <a:pt x="90" y="26"/>
                    </a:moveTo>
                    <a:cubicBezTo>
                      <a:pt x="98" y="27"/>
                      <a:pt x="98" y="27"/>
                      <a:pt x="98" y="27"/>
                    </a:cubicBezTo>
                    <a:cubicBezTo>
                      <a:pt x="99" y="27"/>
                      <a:pt x="100" y="27"/>
                      <a:pt x="100" y="27"/>
                    </a:cubicBezTo>
                    <a:cubicBezTo>
                      <a:pt x="100" y="27"/>
                      <a:pt x="100" y="27"/>
                      <a:pt x="100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0" y="32"/>
                      <a:pt x="100" y="32"/>
                      <a:pt x="100" y="32"/>
                    </a:cubicBezTo>
                    <a:cubicBezTo>
                      <a:pt x="99" y="32"/>
                      <a:pt x="99" y="32"/>
                      <a:pt x="99" y="32"/>
                    </a:cubicBezTo>
                    <a:cubicBezTo>
                      <a:pt x="99" y="32"/>
                      <a:pt x="99" y="31"/>
                      <a:pt x="99" y="31"/>
                    </a:cubicBezTo>
                    <a:cubicBezTo>
                      <a:pt x="99" y="31"/>
                      <a:pt x="99" y="31"/>
                      <a:pt x="98" y="30"/>
                    </a:cubicBezTo>
                    <a:cubicBezTo>
                      <a:pt x="92" y="29"/>
                      <a:pt x="92" y="29"/>
                      <a:pt x="92" y="29"/>
                    </a:cubicBezTo>
                    <a:cubicBezTo>
                      <a:pt x="91" y="29"/>
                      <a:pt x="91" y="29"/>
                      <a:pt x="90" y="29"/>
                    </a:cubicBezTo>
                    <a:cubicBezTo>
                      <a:pt x="90" y="29"/>
                      <a:pt x="90" y="30"/>
                      <a:pt x="90" y="30"/>
                    </a:cubicBezTo>
                    <a:cubicBezTo>
                      <a:pt x="89" y="30"/>
                      <a:pt x="89" y="30"/>
                      <a:pt x="89" y="30"/>
                    </a:cubicBezTo>
                    <a:cubicBezTo>
                      <a:pt x="90" y="26"/>
                      <a:pt x="90" y="26"/>
                      <a:pt x="90" y="26"/>
                    </a:cubicBezTo>
                    <a:close/>
                    <a:moveTo>
                      <a:pt x="91" y="18"/>
                    </a:moveTo>
                    <a:cubicBezTo>
                      <a:pt x="93" y="18"/>
                      <a:pt x="93" y="18"/>
                      <a:pt x="93" y="18"/>
                    </a:cubicBezTo>
                    <a:cubicBezTo>
                      <a:pt x="92" y="18"/>
                      <a:pt x="92" y="17"/>
                      <a:pt x="92" y="16"/>
                    </a:cubicBezTo>
                    <a:cubicBezTo>
                      <a:pt x="91" y="16"/>
                      <a:pt x="91" y="15"/>
                      <a:pt x="91" y="15"/>
                    </a:cubicBezTo>
                    <a:cubicBezTo>
                      <a:pt x="92" y="14"/>
                      <a:pt x="92" y="13"/>
                      <a:pt x="92" y="13"/>
                    </a:cubicBezTo>
                    <a:cubicBezTo>
                      <a:pt x="93" y="13"/>
                      <a:pt x="93" y="12"/>
                      <a:pt x="94" y="12"/>
                    </a:cubicBezTo>
                    <a:cubicBezTo>
                      <a:pt x="94" y="12"/>
                      <a:pt x="95" y="12"/>
                      <a:pt x="96" y="12"/>
                    </a:cubicBezTo>
                    <a:cubicBezTo>
                      <a:pt x="100" y="13"/>
                      <a:pt x="100" y="13"/>
                      <a:pt x="100" y="13"/>
                    </a:cubicBezTo>
                    <a:cubicBezTo>
                      <a:pt x="101" y="13"/>
                      <a:pt x="102" y="13"/>
                      <a:pt x="102" y="13"/>
                    </a:cubicBezTo>
                    <a:cubicBezTo>
                      <a:pt x="102" y="13"/>
                      <a:pt x="102" y="13"/>
                      <a:pt x="102" y="12"/>
                    </a:cubicBezTo>
                    <a:cubicBezTo>
                      <a:pt x="103" y="12"/>
                      <a:pt x="103" y="12"/>
                      <a:pt x="103" y="12"/>
                    </a:cubicBezTo>
                    <a:cubicBezTo>
                      <a:pt x="102" y="18"/>
                      <a:pt x="102" y="18"/>
                      <a:pt x="102" y="18"/>
                    </a:cubicBezTo>
                    <a:cubicBezTo>
                      <a:pt x="102" y="18"/>
                      <a:pt x="102" y="18"/>
                      <a:pt x="102" y="18"/>
                    </a:cubicBezTo>
                    <a:cubicBezTo>
                      <a:pt x="102" y="17"/>
                      <a:pt x="101" y="17"/>
                      <a:pt x="101" y="17"/>
                    </a:cubicBezTo>
                    <a:cubicBezTo>
                      <a:pt x="101" y="17"/>
                      <a:pt x="101" y="16"/>
                      <a:pt x="100" y="16"/>
                    </a:cubicBezTo>
                    <a:cubicBezTo>
                      <a:pt x="95" y="16"/>
                      <a:pt x="95" y="16"/>
                      <a:pt x="95" y="16"/>
                    </a:cubicBezTo>
                    <a:cubicBezTo>
                      <a:pt x="94" y="16"/>
                      <a:pt x="94" y="16"/>
                      <a:pt x="94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3" y="17"/>
                      <a:pt x="93" y="18"/>
                      <a:pt x="94" y="18"/>
                    </a:cubicBezTo>
                    <a:cubicBezTo>
                      <a:pt x="99" y="19"/>
                      <a:pt x="99" y="19"/>
                      <a:pt x="99" y="19"/>
                    </a:cubicBezTo>
                    <a:cubicBezTo>
                      <a:pt x="100" y="19"/>
                      <a:pt x="101" y="19"/>
                      <a:pt x="101" y="19"/>
                    </a:cubicBezTo>
                    <a:cubicBezTo>
                      <a:pt x="101" y="19"/>
                      <a:pt x="101" y="19"/>
                      <a:pt x="101" y="18"/>
                    </a:cubicBezTo>
                    <a:cubicBezTo>
                      <a:pt x="102" y="19"/>
                      <a:pt x="102" y="19"/>
                      <a:pt x="102" y="19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101" y="24"/>
                      <a:pt x="101" y="23"/>
                      <a:pt x="100" y="23"/>
                    </a:cubicBezTo>
                    <a:cubicBezTo>
                      <a:pt x="100" y="23"/>
                      <a:pt x="100" y="23"/>
                      <a:pt x="99" y="23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2" y="22"/>
                      <a:pt x="92" y="22"/>
                      <a:pt x="92" y="22"/>
                    </a:cubicBezTo>
                    <a:cubicBezTo>
                      <a:pt x="91" y="22"/>
                      <a:pt x="91" y="22"/>
                      <a:pt x="91" y="23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18"/>
                      <a:pt x="91" y="18"/>
                      <a:pt x="91" y="18"/>
                    </a:cubicBezTo>
                    <a:close/>
                    <a:moveTo>
                      <a:pt x="103" y="4"/>
                    </a:moveTo>
                    <a:cubicBezTo>
                      <a:pt x="104" y="6"/>
                      <a:pt x="104" y="7"/>
                      <a:pt x="104" y="8"/>
                    </a:cubicBezTo>
                    <a:cubicBezTo>
                      <a:pt x="104" y="9"/>
                      <a:pt x="104" y="9"/>
                      <a:pt x="104" y="10"/>
                    </a:cubicBezTo>
                    <a:cubicBezTo>
                      <a:pt x="103" y="10"/>
                      <a:pt x="103" y="10"/>
                      <a:pt x="102" y="10"/>
                    </a:cubicBezTo>
                    <a:cubicBezTo>
                      <a:pt x="101" y="10"/>
                      <a:pt x="101" y="10"/>
                      <a:pt x="100" y="9"/>
                    </a:cubicBezTo>
                    <a:cubicBezTo>
                      <a:pt x="99" y="8"/>
                      <a:pt x="99" y="7"/>
                      <a:pt x="98" y="4"/>
                    </a:cubicBezTo>
                    <a:cubicBezTo>
                      <a:pt x="97" y="4"/>
                      <a:pt x="97" y="4"/>
                      <a:pt x="97" y="4"/>
                    </a:cubicBezTo>
                    <a:cubicBezTo>
                      <a:pt x="96" y="4"/>
                      <a:pt x="96" y="4"/>
                      <a:pt x="95" y="4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95" y="5"/>
                      <a:pt x="94" y="5"/>
                      <a:pt x="94" y="5"/>
                    </a:cubicBezTo>
                    <a:cubicBezTo>
                      <a:pt x="94" y="6"/>
                      <a:pt x="94" y="6"/>
                      <a:pt x="95" y="7"/>
                    </a:cubicBezTo>
                    <a:cubicBezTo>
                      <a:pt x="95" y="7"/>
                      <a:pt x="95" y="7"/>
                      <a:pt x="95" y="7"/>
                    </a:cubicBezTo>
                    <a:cubicBezTo>
                      <a:pt x="95" y="7"/>
                      <a:pt x="95" y="7"/>
                      <a:pt x="96" y="7"/>
                    </a:cubicBezTo>
                    <a:cubicBezTo>
                      <a:pt x="96" y="6"/>
                      <a:pt x="96" y="6"/>
                      <a:pt x="97" y="6"/>
                    </a:cubicBezTo>
                    <a:cubicBezTo>
                      <a:pt x="97" y="6"/>
                      <a:pt x="97" y="6"/>
                      <a:pt x="98" y="7"/>
                    </a:cubicBezTo>
                    <a:cubicBezTo>
                      <a:pt x="98" y="7"/>
                      <a:pt x="98" y="7"/>
                      <a:pt x="98" y="8"/>
                    </a:cubicBezTo>
                    <a:cubicBezTo>
                      <a:pt x="98" y="8"/>
                      <a:pt x="98" y="9"/>
                      <a:pt x="97" y="9"/>
                    </a:cubicBezTo>
                    <a:cubicBezTo>
                      <a:pt x="97" y="9"/>
                      <a:pt x="97" y="10"/>
                      <a:pt x="96" y="10"/>
                    </a:cubicBezTo>
                    <a:cubicBezTo>
                      <a:pt x="96" y="9"/>
                      <a:pt x="95" y="9"/>
                      <a:pt x="95" y="9"/>
                    </a:cubicBezTo>
                    <a:cubicBezTo>
                      <a:pt x="94" y="8"/>
                      <a:pt x="94" y="8"/>
                      <a:pt x="94" y="7"/>
                    </a:cubicBezTo>
                    <a:cubicBezTo>
                      <a:pt x="94" y="6"/>
                      <a:pt x="94" y="5"/>
                      <a:pt x="94" y="4"/>
                    </a:cubicBezTo>
                    <a:cubicBezTo>
                      <a:pt x="94" y="3"/>
                      <a:pt x="94" y="2"/>
                      <a:pt x="94" y="2"/>
                    </a:cubicBezTo>
                    <a:cubicBezTo>
                      <a:pt x="95" y="1"/>
                      <a:pt x="95" y="1"/>
                      <a:pt x="96" y="1"/>
                    </a:cubicBezTo>
                    <a:cubicBezTo>
                      <a:pt x="96" y="1"/>
                      <a:pt x="97" y="1"/>
                      <a:pt x="98" y="1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3" y="1"/>
                      <a:pt x="103" y="1"/>
                      <a:pt x="103" y="1"/>
                    </a:cubicBezTo>
                    <a:cubicBezTo>
                      <a:pt x="103" y="1"/>
                      <a:pt x="103" y="1"/>
                      <a:pt x="103" y="1"/>
                    </a:cubicBezTo>
                    <a:cubicBezTo>
                      <a:pt x="103" y="1"/>
                      <a:pt x="104" y="1"/>
                      <a:pt x="104" y="1"/>
                    </a:cubicBezTo>
                    <a:cubicBezTo>
                      <a:pt x="104" y="0"/>
                      <a:pt x="103" y="0"/>
                      <a:pt x="103" y="0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4" y="0"/>
                      <a:pt x="104" y="1"/>
                      <a:pt x="105" y="1"/>
                    </a:cubicBezTo>
                    <a:cubicBezTo>
                      <a:pt x="105" y="1"/>
                      <a:pt x="105" y="2"/>
                      <a:pt x="105" y="3"/>
                    </a:cubicBezTo>
                    <a:cubicBezTo>
                      <a:pt x="105" y="3"/>
                      <a:pt x="105" y="4"/>
                      <a:pt x="104" y="4"/>
                    </a:cubicBezTo>
                    <a:cubicBezTo>
                      <a:pt x="104" y="4"/>
                      <a:pt x="104" y="4"/>
                      <a:pt x="103" y="4"/>
                    </a:cubicBezTo>
                    <a:close/>
                    <a:moveTo>
                      <a:pt x="102" y="4"/>
                    </a:moveTo>
                    <a:cubicBezTo>
                      <a:pt x="99" y="4"/>
                      <a:pt x="99" y="4"/>
                      <a:pt x="99" y="4"/>
                    </a:cubicBezTo>
                    <a:cubicBezTo>
                      <a:pt x="99" y="5"/>
                      <a:pt x="100" y="6"/>
                      <a:pt x="100" y="6"/>
                    </a:cubicBezTo>
                    <a:cubicBezTo>
                      <a:pt x="101" y="7"/>
                      <a:pt x="101" y="7"/>
                      <a:pt x="101" y="7"/>
                    </a:cubicBezTo>
                    <a:cubicBezTo>
                      <a:pt x="102" y="7"/>
                      <a:pt x="102" y="7"/>
                      <a:pt x="102" y="7"/>
                    </a:cubicBezTo>
                    <a:cubicBezTo>
                      <a:pt x="102" y="6"/>
                      <a:pt x="103" y="6"/>
                      <a:pt x="103" y="6"/>
                    </a:cubicBezTo>
                    <a:cubicBezTo>
                      <a:pt x="103" y="5"/>
                      <a:pt x="102" y="5"/>
                      <a:pt x="102" y="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0" name="îṧliḋè"/>
              <p:cNvSpPr/>
              <p:nvPr/>
            </p:nvSpPr>
            <p:spPr bwMode="auto">
              <a:xfrm>
                <a:off x="2622550" y="2797175"/>
                <a:ext cx="1260475" cy="1266825"/>
              </a:xfrm>
              <a:custGeom>
                <a:avLst/>
                <a:gdLst>
                  <a:gd name="T0" fmla="*/ 191 w 382"/>
                  <a:gd name="T1" fmla="*/ 0 h 382"/>
                  <a:gd name="T2" fmla="*/ 382 w 382"/>
                  <a:gd name="T3" fmla="*/ 191 h 382"/>
                  <a:gd name="T4" fmla="*/ 191 w 382"/>
                  <a:gd name="T5" fmla="*/ 382 h 382"/>
                  <a:gd name="T6" fmla="*/ 0 w 382"/>
                  <a:gd name="T7" fmla="*/ 191 h 382"/>
                  <a:gd name="T8" fmla="*/ 191 w 382"/>
                  <a:gd name="T9" fmla="*/ 0 h 382"/>
                  <a:gd name="T10" fmla="*/ 191 w 382"/>
                  <a:gd name="T11" fmla="*/ 10 h 382"/>
                  <a:gd name="T12" fmla="*/ 10 w 382"/>
                  <a:gd name="T13" fmla="*/ 191 h 382"/>
                  <a:gd name="T14" fmla="*/ 191 w 382"/>
                  <a:gd name="T15" fmla="*/ 372 h 382"/>
                  <a:gd name="T16" fmla="*/ 372 w 382"/>
                  <a:gd name="T17" fmla="*/ 191 h 382"/>
                  <a:gd name="T18" fmla="*/ 191 w 382"/>
                  <a:gd name="T19" fmla="*/ 1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2" h="382">
                    <a:moveTo>
                      <a:pt x="191" y="0"/>
                    </a:moveTo>
                    <a:cubicBezTo>
                      <a:pt x="296" y="0"/>
                      <a:pt x="382" y="86"/>
                      <a:pt x="382" y="191"/>
                    </a:cubicBezTo>
                    <a:cubicBezTo>
                      <a:pt x="382" y="296"/>
                      <a:pt x="296" y="382"/>
                      <a:pt x="191" y="382"/>
                    </a:cubicBezTo>
                    <a:cubicBezTo>
                      <a:pt x="85" y="382"/>
                      <a:pt x="0" y="296"/>
                      <a:pt x="0" y="191"/>
                    </a:cubicBezTo>
                    <a:cubicBezTo>
                      <a:pt x="0" y="86"/>
                      <a:pt x="85" y="0"/>
                      <a:pt x="191" y="0"/>
                    </a:cubicBezTo>
                    <a:close/>
                    <a:moveTo>
                      <a:pt x="191" y="10"/>
                    </a:moveTo>
                    <a:cubicBezTo>
                      <a:pt x="91" y="10"/>
                      <a:pt x="10" y="92"/>
                      <a:pt x="10" y="191"/>
                    </a:cubicBezTo>
                    <a:cubicBezTo>
                      <a:pt x="10" y="291"/>
                      <a:pt x="91" y="372"/>
                      <a:pt x="191" y="372"/>
                    </a:cubicBezTo>
                    <a:cubicBezTo>
                      <a:pt x="290" y="372"/>
                      <a:pt x="372" y="291"/>
                      <a:pt x="372" y="191"/>
                    </a:cubicBezTo>
                    <a:cubicBezTo>
                      <a:pt x="372" y="92"/>
                      <a:pt x="290" y="10"/>
                      <a:pt x="191" y="10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80" name="íṥḻîdé"/>
            <p:cNvGrpSpPr/>
            <p:nvPr/>
          </p:nvGrpSpPr>
          <p:grpSpPr>
            <a:xfrm>
              <a:off x="3307114" y="2513859"/>
              <a:ext cx="7787815" cy="1272041"/>
              <a:chOff x="4159250" y="2794000"/>
              <a:chExt cx="5403850" cy="882650"/>
            </a:xfrm>
          </p:grpSpPr>
          <p:sp>
            <p:nvSpPr>
              <p:cNvPr id="121" name="î$ḷïḋê"/>
              <p:cNvSpPr/>
              <p:nvPr/>
            </p:nvSpPr>
            <p:spPr bwMode="auto">
              <a:xfrm>
                <a:off x="4159250" y="2897188"/>
                <a:ext cx="514350" cy="685800"/>
              </a:xfrm>
              <a:custGeom>
                <a:avLst/>
                <a:gdLst>
                  <a:gd name="T0" fmla="*/ 98 w 156"/>
                  <a:gd name="T1" fmla="*/ 55 h 207"/>
                  <a:gd name="T2" fmla="*/ 100 w 156"/>
                  <a:gd name="T3" fmla="*/ 29 h 207"/>
                  <a:gd name="T4" fmla="*/ 64 w 156"/>
                  <a:gd name="T5" fmla="*/ 2 h 207"/>
                  <a:gd name="T6" fmla="*/ 58 w 156"/>
                  <a:gd name="T7" fmla="*/ 60 h 207"/>
                  <a:gd name="T8" fmla="*/ 20 w 156"/>
                  <a:gd name="T9" fmla="*/ 80 h 207"/>
                  <a:gd name="T10" fmla="*/ 3 w 156"/>
                  <a:gd name="T11" fmla="*/ 72 h 207"/>
                  <a:gd name="T12" fmla="*/ 0 w 156"/>
                  <a:gd name="T13" fmla="*/ 100 h 207"/>
                  <a:gd name="T14" fmla="*/ 3 w 156"/>
                  <a:gd name="T15" fmla="*/ 115 h 207"/>
                  <a:gd name="T16" fmla="*/ 4 w 156"/>
                  <a:gd name="T17" fmla="*/ 117 h 207"/>
                  <a:gd name="T18" fmla="*/ 18 w 156"/>
                  <a:gd name="T19" fmla="*/ 138 h 207"/>
                  <a:gd name="T20" fmla="*/ 24 w 156"/>
                  <a:gd name="T21" fmla="*/ 136 h 207"/>
                  <a:gd name="T22" fmla="*/ 40 w 156"/>
                  <a:gd name="T23" fmla="*/ 155 h 207"/>
                  <a:gd name="T24" fmla="*/ 51 w 156"/>
                  <a:gd name="T25" fmla="*/ 156 h 207"/>
                  <a:gd name="T26" fmla="*/ 49 w 156"/>
                  <a:gd name="T27" fmla="*/ 157 h 207"/>
                  <a:gd name="T28" fmla="*/ 65 w 156"/>
                  <a:gd name="T29" fmla="*/ 207 h 207"/>
                  <a:gd name="T30" fmla="*/ 78 w 156"/>
                  <a:gd name="T31" fmla="*/ 177 h 207"/>
                  <a:gd name="T32" fmla="*/ 84 w 156"/>
                  <a:gd name="T33" fmla="*/ 141 h 207"/>
                  <a:gd name="T34" fmla="*/ 116 w 156"/>
                  <a:gd name="T35" fmla="*/ 122 h 207"/>
                  <a:gd name="T36" fmla="*/ 139 w 156"/>
                  <a:gd name="T37" fmla="*/ 118 h 207"/>
                  <a:gd name="T38" fmla="*/ 142 w 156"/>
                  <a:gd name="T39" fmla="*/ 111 h 207"/>
                  <a:gd name="T40" fmla="*/ 113 w 156"/>
                  <a:gd name="T41" fmla="*/ 94 h 207"/>
                  <a:gd name="T42" fmla="*/ 137 w 156"/>
                  <a:gd name="T43" fmla="*/ 79 h 207"/>
                  <a:gd name="T44" fmla="*/ 156 w 156"/>
                  <a:gd name="T45" fmla="*/ 60 h 207"/>
                  <a:gd name="T46" fmla="*/ 98 w 156"/>
                  <a:gd name="T47" fmla="*/ 55 h 207"/>
                  <a:gd name="T48" fmla="*/ 92 w 156"/>
                  <a:gd name="T49" fmla="*/ 72 h 207"/>
                  <a:gd name="T50" fmla="*/ 116 w 156"/>
                  <a:gd name="T51" fmla="*/ 69 h 207"/>
                  <a:gd name="T52" fmla="*/ 118 w 156"/>
                  <a:gd name="T53" fmla="*/ 76 h 207"/>
                  <a:gd name="T54" fmla="*/ 92 w 156"/>
                  <a:gd name="T55" fmla="*/ 97 h 207"/>
                  <a:gd name="T56" fmla="*/ 92 w 156"/>
                  <a:gd name="T57" fmla="*/ 72 h 207"/>
                  <a:gd name="T58" fmla="*/ 32 w 156"/>
                  <a:gd name="T59" fmla="*/ 107 h 207"/>
                  <a:gd name="T60" fmla="*/ 48 w 156"/>
                  <a:gd name="T61" fmla="*/ 96 h 207"/>
                  <a:gd name="T62" fmla="*/ 54 w 156"/>
                  <a:gd name="T63" fmla="*/ 110 h 207"/>
                  <a:gd name="T64" fmla="*/ 48 w 156"/>
                  <a:gd name="T65" fmla="*/ 130 h 207"/>
                  <a:gd name="T66" fmla="*/ 32 w 156"/>
                  <a:gd name="T67" fmla="*/ 10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6" h="207">
                    <a:moveTo>
                      <a:pt x="98" y="55"/>
                    </a:moveTo>
                    <a:cubicBezTo>
                      <a:pt x="100" y="29"/>
                      <a:pt x="100" y="29"/>
                      <a:pt x="100" y="29"/>
                    </a:cubicBezTo>
                    <a:cubicBezTo>
                      <a:pt x="95" y="23"/>
                      <a:pt x="71" y="0"/>
                      <a:pt x="64" y="2"/>
                    </a:cubicBezTo>
                    <a:cubicBezTo>
                      <a:pt x="58" y="5"/>
                      <a:pt x="56" y="50"/>
                      <a:pt x="58" y="60"/>
                    </a:cubicBezTo>
                    <a:cubicBezTo>
                      <a:pt x="49" y="63"/>
                      <a:pt x="20" y="80"/>
                      <a:pt x="20" y="80"/>
                    </a:cubicBezTo>
                    <a:cubicBezTo>
                      <a:pt x="13" y="82"/>
                      <a:pt x="11" y="74"/>
                      <a:pt x="3" y="72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4" y="117"/>
                      <a:pt x="4" y="117"/>
                      <a:pt x="4" y="117"/>
                    </a:cubicBezTo>
                    <a:cubicBezTo>
                      <a:pt x="6" y="126"/>
                      <a:pt x="13" y="118"/>
                      <a:pt x="18" y="138"/>
                    </a:cubicBezTo>
                    <a:cubicBezTo>
                      <a:pt x="24" y="136"/>
                      <a:pt x="24" y="136"/>
                      <a:pt x="24" y="136"/>
                    </a:cubicBezTo>
                    <a:cubicBezTo>
                      <a:pt x="33" y="134"/>
                      <a:pt x="37" y="144"/>
                      <a:pt x="40" y="155"/>
                    </a:cubicBezTo>
                    <a:cubicBezTo>
                      <a:pt x="51" y="156"/>
                      <a:pt x="51" y="156"/>
                      <a:pt x="51" y="156"/>
                    </a:cubicBezTo>
                    <a:cubicBezTo>
                      <a:pt x="49" y="157"/>
                      <a:pt x="49" y="157"/>
                      <a:pt x="49" y="157"/>
                    </a:cubicBezTo>
                    <a:cubicBezTo>
                      <a:pt x="65" y="207"/>
                      <a:pt x="65" y="207"/>
                      <a:pt x="65" y="207"/>
                    </a:cubicBezTo>
                    <a:cubicBezTo>
                      <a:pt x="76" y="193"/>
                      <a:pt x="68" y="187"/>
                      <a:pt x="78" y="177"/>
                    </a:cubicBezTo>
                    <a:cubicBezTo>
                      <a:pt x="87" y="167"/>
                      <a:pt x="80" y="157"/>
                      <a:pt x="84" y="141"/>
                    </a:cubicBezTo>
                    <a:cubicBezTo>
                      <a:pt x="105" y="135"/>
                      <a:pt x="110" y="124"/>
                      <a:pt x="116" y="122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116"/>
                      <a:pt x="142" y="112"/>
                      <a:pt x="142" y="111"/>
                    </a:cubicBezTo>
                    <a:cubicBezTo>
                      <a:pt x="137" y="94"/>
                      <a:pt x="119" y="111"/>
                      <a:pt x="113" y="94"/>
                    </a:cubicBezTo>
                    <a:cubicBezTo>
                      <a:pt x="119" y="90"/>
                      <a:pt x="131" y="83"/>
                      <a:pt x="137" y="79"/>
                    </a:cubicBezTo>
                    <a:cubicBezTo>
                      <a:pt x="144" y="73"/>
                      <a:pt x="153" y="62"/>
                      <a:pt x="156" y="60"/>
                    </a:cubicBezTo>
                    <a:cubicBezTo>
                      <a:pt x="151" y="41"/>
                      <a:pt x="118" y="54"/>
                      <a:pt x="98" y="55"/>
                    </a:cubicBezTo>
                    <a:close/>
                    <a:moveTo>
                      <a:pt x="92" y="72"/>
                    </a:moveTo>
                    <a:cubicBezTo>
                      <a:pt x="116" y="69"/>
                      <a:pt x="116" y="69"/>
                      <a:pt x="116" y="69"/>
                    </a:cubicBezTo>
                    <a:cubicBezTo>
                      <a:pt x="120" y="70"/>
                      <a:pt x="121" y="72"/>
                      <a:pt x="118" y="76"/>
                    </a:cubicBezTo>
                    <a:cubicBezTo>
                      <a:pt x="92" y="97"/>
                      <a:pt x="92" y="97"/>
                      <a:pt x="92" y="97"/>
                    </a:cubicBezTo>
                    <a:cubicBezTo>
                      <a:pt x="87" y="94"/>
                      <a:pt x="88" y="86"/>
                      <a:pt x="92" y="72"/>
                    </a:cubicBezTo>
                    <a:close/>
                    <a:moveTo>
                      <a:pt x="32" y="107"/>
                    </a:moveTo>
                    <a:cubicBezTo>
                      <a:pt x="36" y="101"/>
                      <a:pt x="41" y="98"/>
                      <a:pt x="48" y="96"/>
                    </a:cubicBezTo>
                    <a:cubicBezTo>
                      <a:pt x="52" y="98"/>
                      <a:pt x="53" y="104"/>
                      <a:pt x="54" y="110"/>
                    </a:cubicBezTo>
                    <a:cubicBezTo>
                      <a:pt x="48" y="130"/>
                      <a:pt x="48" y="130"/>
                      <a:pt x="48" y="130"/>
                    </a:cubicBezTo>
                    <a:cubicBezTo>
                      <a:pt x="40" y="131"/>
                      <a:pt x="35" y="123"/>
                      <a:pt x="32" y="107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2" name="îslîdè"/>
              <p:cNvSpPr/>
              <p:nvPr/>
            </p:nvSpPr>
            <p:spPr bwMode="auto">
              <a:xfrm>
                <a:off x="4826000" y="2876550"/>
                <a:ext cx="547688" cy="709613"/>
              </a:xfrm>
              <a:custGeom>
                <a:avLst/>
                <a:gdLst>
                  <a:gd name="T0" fmla="*/ 66 w 166"/>
                  <a:gd name="T1" fmla="*/ 41 h 214"/>
                  <a:gd name="T2" fmla="*/ 125 w 166"/>
                  <a:gd name="T3" fmla="*/ 28 h 214"/>
                  <a:gd name="T4" fmla="*/ 123 w 166"/>
                  <a:gd name="T5" fmla="*/ 178 h 214"/>
                  <a:gd name="T6" fmla="*/ 95 w 166"/>
                  <a:gd name="T7" fmla="*/ 173 h 214"/>
                  <a:gd name="T8" fmla="*/ 91 w 166"/>
                  <a:gd name="T9" fmla="*/ 182 h 214"/>
                  <a:gd name="T10" fmla="*/ 73 w 166"/>
                  <a:gd name="T11" fmla="*/ 176 h 214"/>
                  <a:gd name="T12" fmla="*/ 72 w 166"/>
                  <a:gd name="T13" fmla="*/ 183 h 214"/>
                  <a:gd name="T14" fmla="*/ 38 w 166"/>
                  <a:gd name="T15" fmla="*/ 181 h 214"/>
                  <a:gd name="T16" fmla="*/ 33 w 166"/>
                  <a:gd name="T17" fmla="*/ 177 h 214"/>
                  <a:gd name="T18" fmla="*/ 44 w 166"/>
                  <a:gd name="T19" fmla="*/ 97 h 214"/>
                  <a:gd name="T20" fmla="*/ 75 w 166"/>
                  <a:gd name="T21" fmla="*/ 93 h 214"/>
                  <a:gd name="T22" fmla="*/ 70 w 166"/>
                  <a:gd name="T23" fmla="*/ 98 h 214"/>
                  <a:gd name="T24" fmla="*/ 47 w 166"/>
                  <a:gd name="T25" fmla="*/ 114 h 214"/>
                  <a:gd name="T26" fmla="*/ 44 w 166"/>
                  <a:gd name="T27" fmla="*/ 131 h 214"/>
                  <a:gd name="T28" fmla="*/ 63 w 166"/>
                  <a:gd name="T29" fmla="*/ 141 h 214"/>
                  <a:gd name="T30" fmla="*/ 53 w 166"/>
                  <a:gd name="T31" fmla="*/ 149 h 214"/>
                  <a:gd name="T32" fmla="*/ 60 w 166"/>
                  <a:gd name="T33" fmla="*/ 170 h 214"/>
                  <a:gd name="T34" fmla="*/ 128 w 166"/>
                  <a:gd name="T35" fmla="*/ 132 h 214"/>
                  <a:gd name="T36" fmla="*/ 126 w 166"/>
                  <a:gd name="T37" fmla="*/ 117 h 214"/>
                  <a:gd name="T38" fmla="*/ 85 w 166"/>
                  <a:gd name="T39" fmla="*/ 98 h 214"/>
                  <a:gd name="T40" fmla="*/ 89 w 166"/>
                  <a:gd name="T41" fmla="*/ 67 h 214"/>
                  <a:gd name="T42" fmla="*/ 87 w 166"/>
                  <a:gd name="T43" fmla="*/ 64 h 214"/>
                  <a:gd name="T44" fmla="*/ 45 w 166"/>
                  <a:gd name="T45" fmla="*/ 83 h 214"/>
                  <a:gd name="T46" fmla="*/ 66 w 166"/>
                  <a:gd name="T47" fmla="*/ 41 h 214"/>
                  <a:gd name="T48" fmla="*/ 31 w 166"/>
                  <a:gd name="T49" fmla="*/ 47 h 214"/>
                  <a:gd name="T50" fmla="*/ 21 w 166"/>
                  <a:gd name="T51" fmla="*/ 125 h 214"/>
                  <a:gd name="T52" fmla="*/ 23 w 166"/>
                  <a:gd name="T53" fmla="*/ 204 h 214"/>
                  <a:gd name="T54" fmla="*/ 33 w 166"/>
                  <a:gd name="T55" fmla="*/ 196 h 214"/>
                  <a:gd name="T56" fmla="*/ 39 w 166"/>
                  <a:gd name="T57" fmla="*/ 202 h 214"/>
                  <a:gd name="T58" fmla="*/ 73 w 166"/>
                  <a:gd name="T59" fmla="*/ 201 h 214"/>
                  <a:gd name="T60" fmla="*/ 108 w 166"/>
                  <a:gd name="T61" fmla="*/ 214 h 214"/>
                  <a:gd name="T62" fmla="*/ 150 w 166"/>
                  <a:gd name="T63" fmla="*/ 130 h 214"/>
                  <a:gd name="T64" fmla="*/ 137 w 166"/>
                  <a:gd name="T65" fmla="*/ 22 h 214"/>
                  <a:gd name="T66" fmla="*/ 31 w 166"/>
                  <a:gd name="T67" fmla="*/ 47 h 214"/>
                  <a:gd name="T68" fmla="*/ 106 w 166"/>
                  <a:gd name="T69" fmla="*/ 127 h 214"/>
                  <a:gd name="T70" fmla="*/ 106 w 166"/>
                  <a:gd name="T71" fmla="*/ 132 h 214"/>
                  <a:gd name="T72" fmla="*/ 111 w 166"/>
                  <a:gd name="T73" fmla="*/ 133 h 214"/>
                  <a:gd name="T74" fmla="*/ 110 w 166"/>
                  <a:gd name="T75" fmla="*/ 125 h 214"/>
                  <a:gd name="T76" fmla="*/ 106 w 166"/>
                  <a:gd name="T77" fmla="*/ 127 h 214"/>
                  <a:gd name="T78" fmla="*/ 60 w 166"/>
                  <a:gd name="T79" fmla="*/ 124 h 214"/>
                  <a:gd name="T80" fmla="*/ 63 w 166"/>
                  <a:gd name="T81" fmla="*/ 126 h 214"/>
                  <a:gd name="T82" fmla="*/ 70 w 166"/>
                  <a:gd name="T83" fmla="*/ 122 h 214"/>
                  <a:gd name="T84" fmla="*/ 68 w 166"/>
                  <a:gd name="T85" fmla="*/ 117 h 214"/>
                  <a:gd name="T86" fmla="*/ 60 w 166"/>
                  <a:gd name="T87" fmla="*/ 124 h 214"/>
                  <a:gd name="T88" fmla="*/ 84 w 166"/>
                  <a:gd name="T89" fmla="*/ 118 h 214"/>
                  <a:gd name="T90" fmla="*/ 88 w 166"/>
                  <a:gd name="T91" fmla="*/ 118 h 214"/>
                  <a:gd name="T92" fmla="*/ 89 w 166"/>
                  <a:gd name="T93" fmla="*/ 114 h 214"/>
                  <a:gd name="T94" fmla="*/ 87 w 166"/>
                  <a:gd name="T95" fmla="*/ 111 h 214"/>
                  <a:gd name="T96" fmla="*/ 84 w 166"/>
                  <a:gd name="T97" fmla="*/ 118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66" h="214">
                    <a:moveTo>
                      <a:pt x="66" y="41"/>
                    </a:moveTo>
                    <a:cubicBezTo>
                      <a:pt x="80" y="26"/>
                      <a:pt x="111" y="23"/>
                      <a:pt x="125" y="28"/>
                    </a:cubicBezTo>
                    <a:cubicBezTo>
                      <a:pt x="133" y="56"/>
                      <a:pt x="145" y="155"/>
                      <a:pt x="123" y="178"/>
                    </a:cubicBezTo>
                    <a:cubicBezTo>
                      <a:pt x="114" y="188"/>
                      <a:pt x="104" y="177"/>
                      <a:pt x="95" y="173"/>
                    </a:cubicBezTo>
                    <a:cubicBezTo>
                      <a:pt x="91" y="182"/>
                      <a:pt x="91" y="182"/>
                      <a:pt x="91" y="182"/>
                    </a:cubicBezTo>
                    <a:cubicBezTo>
                      <a:pt x="73" y="176"/>
                      <a:pt x="73" y="176"/>
                      <a:pt x="73" y="176"/>
                    </a:cubicBezTo>
                    <a:cubicBezTo>
                      <a:pt x="72" y="183"/>
                      <a:pt x="72" y="183"/>
                      <a:pt x="72" y="183"/>
                    </a:cubicBezTo>
                    <a:cubicBezTo>
                      <a:pt x="62" y="185"/>
                      <a:pt x="47" y="191"/>
                      <a:pt x="38" y="181"/>
                    </a:cubicBezTo>
                    <a:cubicBezTo>
                      <a:pt x="33" y="177"/>
                      <a:pt x="33" y="177"/>
                      <a:pt x="33" y="177"/>
                    </a:cubicBezTo>
                    <a:cubicBezTo>
                      <a:pt x="38" y="168"/>
                      <a:pt x="34" y="108"/>
                      <a:pt x="44" y="97"/>
                    </a:cubicBezTo>
                    <a:cubicBezTo>
                      <a:pt x="47" y="94"/>
                      <a:pt x="68" y="87"/>
                      <a:pt x="75" y="93"/>
                    </a:cubicBezTo>
                    <a:cubicBezTo>
                      <a:pt x="70" y="98"/>
                      <a:pt x="70" y="98"/>
                      <a:pt x="70" y="98"/>
                    </a:cubicBezTo>
                    <a:cubicBezTo>
                      <a:pt x="63" y="105"/>
                      <a:pt x="54" y="111"/>
                      <a:pt x="47" y="114"/>
                    </a:cubicBezTo>
                    <a:cubicBezTo>
                      <a:pt x="44" y="119"/>
                      <a:pt x="43" y="125"/>
                      <a:pt x="44" y="131"/>
                    </a:cubicBezTo>
                    <a:cubicBezTo>
                      <a:pt x="63" y="141"/>
                      <a:pt x="63" y="141"/>
                      <a:pt x="63" y="141"/>
                    </a:cubicBezTo>
                    <a:cubicBezTo>
                      <a:pt x="53" y="149"/>
                      <a:pt x="53" y="149"/>
                      <a:pt x="53" y="149"/>
                    </a:cubicBezTo>
                    <a:cubicBezTo>
                      <a:pt x="55" y="156"/>
                      <a:pt x="54" y="164"/>
                      <a:pt x="60" y="170"/>
                    </a:cubicBezTo>
                    <a:cubicBezTo>
                      <a:pt x="71" y="183"/>
                      <a:pt x="113" y="141"/>
                      <a:pt x="128" y="132"/>
                    </a:cubicBezTo>
                    <a:cubicBezTo>
                      <a:pt x="128" y="127"/>
                      <a:pt x="130" y="122"/>
                      <a:pt x="126" y="117"/>
                    </a:cubicBezTo>
                    <a:cubicBezTo>
                      <a:pt x="109" y="98"/>
                      <a:pt x="104" y="118"/>
                      <a:pt x="85" y="98"/>
                    </a:cubicBezTo>
                    <a:cubicBezTo>
                      <a:pt x="89" y="91"/>
                      <a:pt x="95" y="73"/>
                      <a:pt x="89" y="67"/>
                    </a:cubicBezTo>
                    <a:cubicBezTo>
                      <a:pt x="87" y="64"/>
                      <a:pt x="87" y="64"/>
                      <a:pt x="87" y="64"/>
                    </a:cubicBezTo>
                    <a:cubicBezTo>
                      <a:pt x="78" y="54"/>
                      <a:pt x="56" y="76"/>
                      <a:pt x="45" y="83"/>
                    </a:cubicBezTo>
                    <a:cubicBezTo>
                      <a:pt x="43" y="69"/>
                      <a:pt x="54" y="54"/>
                      <a:pt x="66" y="41"/>
                    </a:cubicBezTo>
                    <a:close/>
                    <a:moveTo>
                      <a:pt x="31" y="47"/>
                    </a:moveTo>
                    <a:cubicBezTo>
                      <a:pt x="6" y="74"/>
                      <a:pt x="21" y="98"/>
                      <a:pt x="21" y="125"/>
                    </a:cubicBezTo>
                    <a:cubicBezTo>
                      <a:pt x="22" y="156"/>
                      <a:pt x="0" y="177"/>
                      <a:pt x="23" y="204"/>
                    </a:cubicBezTo>
                    <a:cubicBezTo>
                      <a:pt x="33" y="196"/>
                      <a:pt x="33" y="196"/>
                      <a:pt x="33" y="196"/>
                    </a:cubicBezTo>
                    <a:cubicBezTo>
                      <a:pt x="39" y="202"/>
                      <a:pt x="39" y="202"/>
                      <a:pt x="39" y="202"/>
                    </a:cubicBezTo>
                    <a:cubicBezTo>
                      <a:pt x="44" y="208"/>
                      <a:pt x="67" y="203"/>
                      <a:pt x="73" y="201"/>
                    </a:cubicBezTo>
                    <a:cubicBezTo>
                      <a:pt x="92" y="194"/>
                      <a:pt x="88" y="191"/>
                      <a:pt x="108" y="214"/>
                    </a:cubicBezTo>
                    <a:cubicBezTo>
                      <a:pt x="166" y="201"/>
                      <a:pt x="146" y="172"/>
                      <a:pt x="150" y="130"/>
                    </a:cubicBezTo>
                    <a:cubicBezTo>
                      <a:pt x="151" y="107"/>
                      <a:pt x="154" y="41"/>
                      <a:pt x="137" y="22"/>
                    </a:cubicBezTo>
                    <a:cubicBezTo>
                      <a:pt x="117" y="0"/>
                      <a:pt x="54" y="22"/>
                      <a:pt x="31" y="47"/>
                    </a:cubicBezTo>
                    <a:close/>
                    <a:moveTo>
                      <a:pt x="106" y="127"/>
                    </a:moveTo>
                    <a:cubicBezTo>
                      <a:pt x="106" y="127"/>
                      <a:pt x="104" y="130"/>
                      <a:pt x="106" y="132"/>
                    </a:cubicBezTo>
                    <a:cubicBezTo>
                      <a:pt x="108" y="135"/>
                      <a:pt x="109" y="135"/>
                      <a:pt x="111" y="133"/>
                    </a:cubicBezTo>
                    <a:cubicBezTo>
                      <a:pt x="113" y="131"/>
                      <a:pt x="113" y="128"/>
                      <a:pt x="110" y="125"/>
                    </a:cubicBezTo>
                    <a:cubicBezTo>
                      <a:pt x="107" y="123"/>
                      <a:pt x="106" y="127"/>
                      <a:pt x="106" y="127"/>
                    </a:cubicBezTo>
                    <a:close/>
                    <a:moveTo>
                      <a:pt x="60" y="124"/>
                    </a:moveTo>
                    <a:cubicBezTo>
                      <a:pt x="59" y="125"/>
                      <a:pt x="60" y="126"/>
                      <a:pt x="63" y="126"/>
                    </a:cubicBezTo>
                    <a:cubicBezTo>
                      <a:pt x="66" y="126"/>
                      <a:pt x="67" y="125"/>
                      <a:pt x="70" y="122"/>
                    </a:cubicBezTo>
                    <a:cubicBezTo>
                      <a:pt x="73" y="119"/>
                      <a:pt x="72" y="116"/>
                      <a:pt x="68" y="117"/>
                    </a:cubicBezTo>
                    <a:cubicBezTo>
                      <a:pt x="65" y="117"/>
                      <a:pt x="60" y="123"/>
                      <a:pt x="60" y="124"/>
                    </a:cubicBezTo>
                    <a:close/>
                    <a:moveTo>
                      <a:pt x="84" y="118"/>
                    </a:moveTo>
                    <a:cubicBezTo>
                      <a:pt x="84" y="120"/>
                      <a:pt x="87" y="120"/>
                      <a:pt x="88" y="118"/>
                    </a:cubicBezTo>
                    <a:cubicBezTo>
                      <a:pt x="89" y="116"/>
                      <a:pt x="88" y="116"/>
                      <a:pt x="89" y="114"/>
                    </a:cubicBezTo>
                    <a:cubicBezTo>
                      <a:pt x="90" y="111"/>
                      <a:pt x="89" y="111"/>
                      <a:pt x="87" y="111"/>
                    </a:cubicBezTo>
                    <a:cubicBezTo>
                      <a:pt x="85" y="111"/>
                      <a:pt x="84" y="116"/>
                      <a:pt x="84" y="118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3" name="ïṡlîdé"/>
              <p:cNvSpPr/>
              <p:nvPr/>
            </p:nvSpPr>
            <p:spPr bwMode="auto">
              <a:xfrm>
                <a:off x="5532438" y="2925763"/>
                <a:ext cx="668338" cy="739775"/>
              </a:xfrm>
              <a:custGeom>
                <a:avLst/>
                <a:gdLst>
                  <a:gd name="T0" fmla="*/ 137 w 203"/>
                  <a:gd name="T1" fmla="*/ 49 h 223"/>
                  <a:gd name="T2" fmla="*/ 112 w 203"/>
                  <a:gd name="T3" fmla="*/ 45 h 223"/>
                  <a:gd name="T4" fmla="*/ 98 w 203"/>
                  <a:gd name="T5" fmla="*/ 52 h 223"/>
                  <a:gd name="T6" fmla="*/ 69 w 203"/>
                  <a:gd name="T7" fmla="*/ 84 h 223"/>
                  <a:gd name="T8" fmla="*/ 92 w 203"/>
                  <a:gd name="T9" fmla="*/ 27 h 223"/>
                  <a:gd name="T10" fmla="*/ 78 w 203"/>
                  <a:gd name="T11" fmla="*/ 13 h 223"/>
                  <a:gd name="T12" fmla="*/ 71 w 203"/>
                  <a:gd name="T13" fmla="*/ 33 h 223"/>
                  <a:gd name="T14" fmla="*/ 48 w 203"/>
                  <a:gd name="T15" fmla="*/ 101 h 223"/>
                  <a:gd name="T16" fmla="*/ 56 w 203"/>
                  <a:gd name="T17" fmla="*/ 156 h 223"/>
                  <a:gd name="T18" fmla="*/ 76 w 203"/>
                  <a:gd name="T19" fmla="*/ 186 h 223"/>
                  <a:gd name="T20" fmla="*/ 90 w 203"/>
                  <a:gd name="T21" fmla="*/ 115 h 223"/>
                  <a:gd name="T22" fmla="*/ 110 w 203"/>
                  <a:gd name="T23" fmla="*/ 78 h 223"/>
                  <a:gd name="T24" fmla="*/ 99 w 203"/>
                  <a:gd name="T25" fmla="*/ 118 h 223"/>
                  <a:gd name="T26" fmla="*/ 86 w 203"/>
                  <a:gd name="T27" fmla="*/ 156 h 223"/>
                  <a:gd name="T28" fmla="*/ 131 w 203"/>
                  <a:gd name="T29" fmla="*/ 186 h 223"/>
                  <a:gd name="T30" fmla="*/ 159 w 203"/>
                  <a:gd name="T31" fmla="*/ 172 h 223"/>
                  <a:gd name="T32" fmla="*/ 202 w 203"/>
                  <a:gd name="T33" fmla="*/ 110 h 223"/>
                  <a:gd name="T34" fmla="*/ 188 w 203"/>
                  <a:gd name="T35" fmla="*/ 91 h 223"/>
                  <a:gd name="T36" fmla="*/ 153 w 203"/>
                  <a:gd name="T37" fmla="*/ 4 h 223"/>
                  <a:gd name="T38" fmla="*/ 144 w 203"/>
                  <a:gd name="T39" fmla="*/ 2 h 223"/>
                  <a:gd name="T40" fmla="*/ 82 w 203"/>
                  <a:gd name="T41" fmla="*/ 96 h 223"/>
                  <a:gd name="T42" fmla="*/ 86 w 203"/>
                  <a:gd name="T43" fmla="*/ 106 h 223"/>
                  <a:gd name="T44" fmla="*/ 75 w 203"/>
                  <a:gd name="T45" fmla="*/ 108 h 223"/>
                  <a:gd name="T46" fmla="*/ 89 w 203"/>
                  <a:gd name="T47" fmla="*/ 73 h 223"/>
                  <a:gd name="T48" fmla="*/ 83 w 203"/>
                  <a:gd name="T49" fmla="*/ 80 h 223"/>
                  <a:gd name="T50" fmla="*/ 57 w 203"/>
                  <a:gd name="T51" fmla="*/ 138 h 223"/>
                  <a:gd name="T52" fmla="*/ 56 w 203"/>
                  <a:gd name="T53" fmla="*/ 125 h 223"/>
                  <a:gd name="T54" fmla="*/ 126 w 203"/>
                  <a:gd name="T55" fmla="*/ 120 h 223"/>
                  <a:gd name="T56" fmla="*/ 117 w 203"/>
                  <a:gd name="T57" fmla="*/ 126 h 223"/>
                  <a:gd name="T58" fmla="*/ 136 w 203"/>
                  <a:gd name="T59" fmla="*/ 73 h 223"/>
                  <a:gd name="T60" fmla="*/ 130 w 203"/>
                  <a:gd name="T61" fmla="*/ 75 h 223"/>
                  <a:gd name="T62" fmla="*/ 171 w 203"/>
                  <a:gd name="T63" fmla="*/ 98 h 223"/>
                  <a:gd name="T64" fmla="*/ 168 w 203"/>
                  <a:gd name="T65" fmla="*/ 103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03" h="223">
                    <a:moveTo>
                      <a:pt x="144" y="2"/>
                    </a:moveTo>
                    <a:cubicBezTo>
                      <a:pt x="138" y="13"/>
                      <a:pt x="143" y="36"/>
                      <a:pt x="137" y="49"/>
                    </a:cubicBezTo>
                    <a:cubicBezTo>
                      <a:pt x="126" y="33"/>
                      <a:pt x="126" y="33"/>
                      <a:pt x="126" y="33"/>
                    </a:cubicBezTo>
                    <a:cubicBezTo>
                      <a:pt x="117" y="33"/>
                      <a:pt x="109" y="34"/>
                      <a:pt x="112" y="45"/>
                    </a:cubicBezTo>
                    <a:cubicBezTo>
                      <a:pt x="116" y="57"/>
                      <a:pt x="119" y="59"/>
                      <a:pt x="110" y="69"/>
                    </a:cubicBezTo>
                    <a:cubicBezTo>
                      <a:pt x="106" y="65"/>
                      <a:pt x="100" y="53"/>
                      <a:pt x="98" y="52"/>
                    </a:cubicBezTo>
                    <a:cubicBezTo>
                      <a:pt x="95" y="49"/>
                      <a:pt x="87" y="48"/>
                      <a:pt x="85" y="50"/>
                    </a:cubicBezTo>
                    <a:cubicBezTo>
                      <a:pt x="69" y="84"/>
                      <a:pt x="69" y="84"/>
                      <a:pt x="69" y="84"/>
                    </a:cubicBezTo>
                    <a:cubicBezTo>
                      <a:pt x="32" y="91"/>
                      <a:pt x="32" y="91"/>
                      <a:pt x="32" y="91"/>
                    </a:cubicBezTo>
                    <a:cubicBezTo>
                      <a:pt x="51" y="70"/>
                      <a:pt x="74" y="58"/>
                      <a:pt x="92" y="27"/>
                    </a:cubicBezTo>
                    <a:cubicBezTo>
                      <a:pt x="94" y="23"/>
                      <a:pt x="94" y="23"/>
                      <a:pt x="94" y="23"/>
                    </a:cubicBezTo>
                    <a:cubicBezTo>
                      <a:pt x="101" y="12"/>
                      <a:pt x="79" y="10"/>
                      <a:pt x="78" y="13"/>
                    </a:cubicBezTo>
                    <a:cubicBezTo>
                      <a:pt x="74" y="19"/>
                      <a:pt x="78" y="21"/>
                      <a:pt x="73" y="29"/>
                    </a:cubicBezTo>
                    <a:cubicBezTo>
                      <a:pt x="71" y="33"/>
                      <a:pt x="71" y="33"/>
                      <a:pt x="71" y="33"/>
                    </a:cubicBezTo>
                    <a:cubicBezTo>
                      <a:pt x="59" y="53"/>
                      <a:pt x="6" y="94"/>
                      <a:pt x="21" y="105"/>
                    </a:cubicBezTo>
                    <a:cubicBezTo>
                      <a:pt x="27" y="110"/>
                      <a:pt x="42" y="101"/>
                      <a:pt x="48" y="101"/>
                    </a:cubicBezTo>
                    <a:cubicBezTo>
                      <a:pt x="38" y="113"/>
                      <a:pt x="0" y="157"/>
                      <a:pt x="19" y="172"/>
                    </a:cubicBezTo>
                    <a:cubicBezTo>
                      <a:pt x="30" y="181"/>
                      <a:pt x="48" y="165"/>
                      <a:pt x="56" y="156"/>
                    </a:cubicBezTo>
                    <a:cubicBezTo>
                      <a:pt x="63" y="164"/>
                      <a:pt x="60" y="179"/>
                      <a:pt x="69" y="186"/>
                    </a:cubicBezTo>
                    <a:cubicBezTo>
                      <a:pt x="72" y="188"/>
                      <a:pt x="75" y="188"/>
                      <a:pt x="76" y="186"/>
                    </a:cubicBezTo>
                    <a:cubicBezTo>
                      <a:pt x="82" y="176"/>
                      <a:pt x="66" y="160"/>
                      <a:pt x="75" y="136"/>
                    </a:cubicBezTo>
                    <a:cubicBezTo>
                      <a:pt x="80" y="123"/>
                      <a:pt x="85" y="126"/>
                      <a:pt x="90" y="115"/>
                    </a:cubicBezTo>
                    <a:cubicBezTo>
                      <a:pt x="94" y="106"/>
                      <a:pt x="96" y="97"/>
                      <a:pt x="102" y="86"/>
                    </a:cubicBezTo>
                    <a:cubicBezTo>
                      <a:pt x="105" y="81"/>
                      <a:pt x="106" y="82"/>
                      <a:pt x="110" y="78"/>
                    </a:cubicBezTo>
                    <a:cubicBezTo>
                      <a:pt x="115" y="81"/>
                      <a:pt x="115" y="81"/>
                      <a:pt x="115" y="81"/>
                    </a:cubicBezTo>
                    <a:cubicBezTo>
                      <a:pt x="99" y="118"/>
                      <a:pt x="99" y="118"/>
                      <a:pt x="99" y="118"/>
                    </a:cubicBezTo>
                    <a:cubicBezTo>
                      <a:pt x="98" y="119"/>
                      <a:pt x="87" y="125"/>
                      <a:pt x="87" y="126"/>
                    </a:cubicBezTo>
                    <a:cubicBezTo>
                      <a:pt x="84" y="130"/>
                      <a:pt x="84" y="155"/>
                      <a:pt x="86" y="156"/>
                    </a:cubicBezTo>
                    <a:cubicBezTo>
                      <a:pt x="95" y="163"/>
                      <a:pt x="126" y="148"/>
                      <a:pt x="128" y="149"/>
                    </a:cubicBezTo>
                    <a:cubicBezTo>
                      <a:pt x="135" y="155"/>
                      <a:pt x="130" y="176"/>
                      <a:pt x="131" y="186"/>
                    </a:cubicBezTo>
                    <a:cubicBezTo>
                      <a:pt x="132" y="204"/>
                      <a:pt x="134" y="207"/>
                      <a:pt x="142" y="223"/>
                    </a:cubicBezTo>
                    <a:cubicBezTo>
                      <a:pt x="148" y="211"/>
                      <a:pt x="157" y="185"/>
                      <a:pt x="159" y="172"/>
                    </a:cubicBezTo>
                    <a:cubicBezTo>
                      <a:pt x="162" y="156"/>
                      <a:pt x="163" y="133"/>
                      <a:pt x="166" y="121"/>
                    </a:cubicBezTo>
                    <a:cubicBezTo>
                      <a:pt x="202" y="110"/>
                      <a:pt x="202" y="110"/>
                      <a:pt x="202" y="110"/>
                    </a:cubicBezTo>
                    <a:cubicBezTo>
                      <a:pt x="203" y="99"/>
                      <a:pt x="203" y="99"/>
                      <a:pt x="203" y="99"/>
                    </a:cubicBezTo>
                    <a:cubicBezTo>
                      <a:pt x="188" y="91"/>
                      <a:pt x="188" y="91"/>
                      <a:pt x="188" y="91"/>
                    </a:cubicBezTo>
                    <a:cubicBezTo>
                      <a:pt x="187" y="66"/>
                      <a:pt x="168" y="68"/>
                      <a:pt x="172" y="48"/>
                    </a:cubicBezTo>
                    <a:cubicBezTo>
                      <a:pt x="174" y="34"/>
                      <a:pt x="166" y="14"/>
                      <a:pt x="153" y="4"/>
                    </a:cubicBezTo>
                    <a:cubicBezTo>
                      <a:pt x="152" y="3"/>
                      <a:pt x="152" y="3"/>
                      <a:pt x="152" y="3"/>
                    </a:cubicBezTo>
                    <a:cubicBezTo>
                      <a:pt x="149" y="0"/>
                      <a:pt x="146" y="0"/>
                      <a:pt x="144" y="2"/>
                    </a:cubicBezTo>
                    <a:close/>
                    <a:moveTo>
                      <a:pt x="75" y="108"/>
                    </a:moveTo>
                    <a:cubicBezTo>
                      <a:pt x="78" y="102"/>
                      <a:pt x="78" y="95"/>
                      <a:pt x="82" y="96"/>
                    </a:cubicBezTo>
                    <a:cubicBezTo>
                      <a:pt x="85" y="97"/>
                      <a:pt x="89" y="93"/>
                      <a:pt x="91" y="95"/>
                    </a:cubicBezTo>
                    <a:cubicBezTo>
                      <a:pt x="93" y="98"/>
                      <a:pt x="90" y="104"/>
                      <a:pt x="86" y="106"/>
                    </a:cubicBezTo>
                    <a:cubicBezTo>
                      <a:pt x="82" y="109"/>
                      <a:pt x="77" y="114"/>
                      <a:pt x="77" y="114"/>
                    </a:cubicBezTo>
                    <a:cubicBezTo>
                      <a:pt x="77" y="114"/>
                      <a:pt x="72" y="114"/>
                      <a:pt x="75" y="108"/>
                    </a:cubicBezTo>
                    <a:close/>
                    <a:moveTo>
                      <a:pt x="83" y="80"/>
                    </a:moveTo>
                    <a:cubicBezTo>
                      <a:pt x="84" y="76"/>
                      <a:pt x="85" y="74"/>
                      <a:pt x="89" y="73"/>
                    </a:cubicBezTo>
                    <a:cubicBezTo>
                      <a:pt x="93" y="72"/>
                      <a:pt x="93" y="76"/>
                      <a:pt x="90" y="81"/>
                    </a:cubicBezTo>
                    <a:cubicBezTo>
                      <a:pt x="87" y="86"/>
                      <a:pt x="81" y="84"/>
                      <a:pt x="83" y="80"/>
                    </a:cubicBezTo>
                    <a:close/>
                    <a:moveTo>
                      <a:pt x="56" y="125"/>
                    </a:moveTo>
                    <a:cubicBezTo>
                      <a:pt x="59" y="127"/>
                      <a:pt x="60" y="136"/>
                      <a:pt x="57" y="138"/>
                    </a:cubicBezTo>
                    <a:cubicBezTo>
                      <a:pt x="53" y="140"/>
                      <a:pt x="48" y="148"/>
                      <a:pt x="46" y="145"/>
                    </a:cubicBezTo>
                    <a:cubicBezTo>
                      <a:pt x="43" y="142"/>
                      <a:pt x="53" y="122"/>
                      <a:pt x="56" y="125"/>
                    </a:cubicBezTo>
                    <a:close/>
                    <a:moveTo>
                      <a:pt x="117" y="126"/>
                    </a:moveTo>
                    <a:cubicBezTo>
                      <a:pt x="115" y="121"/>
                      <a:pt x="120" y="120"/>
                      <a:pt x="126" y="120"/>
                    </a:cubicBezTo>
                    <a:cubicBezTo>
                      <a:pt x="132" y="119"/>
                      <a:pt x="133" y="124"/>
                      <a:pt x="128" y="126"/>
                    </a:cubicBezTo>
                    <a:cubicBezTo>
                      <a:pt x="123" y="128"/>
                      <a:pt x="118" y="131"/>
                      <a:pt x="117" y="126"/>
                    </a:cubicBezTo>
                    <a:close/>
                    <a:moveTo>
                      <a:pt x="130" y="75"/>
                    </a:moveTo>
                    <a:cubicBezTo>
                      <a:pt x="130" y="73"/>
                      <a:pt x="133" y="71"/>
                      <a:pt x="136" y="73"/>
                    </a:cubicBezTo>
                    <a:cubicBezTo>
                      <a:pt x="140" y="75"/>
                      <a:pt x="139" y="76"/>
                      <a:pt x="134" y="79"/>
                    </a:cubicBezTo>
                    <a:cubicBezTo>
                      <a:pt x="129" y="81"/>
                      <a:pt x="130" y="76"/>
                      <a:pt x="130" y="75"/>
                    </a:cubicBezTo>
                    <a:close/>
                    <a:moveTo>
                      <a:pt x="166" y="99"/>
                    </a:moveTo>
                    <a:cubicBezTo>
                      <a:pt x="171" y="98"/>
                      <a:pt x="171" y="98"/>
                      <a:pt x="171" y="98"/>
                    </a:cubicBezTo>
                    <a:cubicBezTo>
                      <a:pt x="172" y="104"/>
                      <a:pt x="172" y="104"/>
                      <a:pt x="172" y="104"/>
                    </a:cubicBezTo>
                    <a:cubicBezTo>
                      <a:pt x="172" y="104"/>
                      <a:pt x="171" y="105"/>
                      <a:pt x="168" y="103"/>
                    </a:cubicBezTo>
                    <a:cubicBezTo>
                      <a:pt x="164" y="101"/>
                      <a:pt x="167" y="99"/>
                      <a:pt x="166" y="99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4" name="í$liďé"/>
              <p:cNvSpPr/>
              <p:nvPr/>
            </p:nvSpPr>
            <p:spPr bwMode="auto">
              <a:xfrm>
                <a:off x="6399213" y="2949575"/>
                <a:ext cx="122238" cy="166688"/>
              </a:xfrm>
              <a:custGeom>
                <a:avLst/>
                <a:gdLst>
                  <a:gd name="T0" fmla="*/ 12 w 37"/>
                  <a:gd name="T1" fmla="*/ 4 h 50"/>
                  <a:gd name="T2" fmla="*/ 21 w 37"/>
                  <a:gd name="T3" fmla="*/ 49 h 50"/>
                  <a:gd name="T4" fmla="*/ 25 w 37"/>
                  <a:gd name="T5" fmla="*/ 49 h 50"/>
                  <a:gd name="T6" fmla="*/ 33 w 37"/>
                  <a:gd name="T7" fmla="*/ 46 h 50"/>
                  <a:gd name="T8" fmla="*/ 24 w 37"/>
                  <a:gd name="T9" fmla="*/ 2 h 50"/>
                  <a:gd name="T10" fmla="*/ 19 w 37"/>
                  <a:gd name="T11" fmla="*/ 2 h 50"/>
                  <a:gd name="T12" fmla="*/ 12 w 37"/>
                  <a:gd name="T13" fmla="*/ 4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50">
                    <a:moveTo>
                      <a:pt x="12" y="4"/>
                    </a:moveTo>
                    <a:cubicBezTo>
                      <a:pt x="14" y="20"/>
                      <a:pt x="0" y="45"/>
                      <a:pt x="21" y="49"/>
                    </a:cubicBezTo>
                    <a:cubicBezTo>
                      <a:pt x="25" y="49"/>
                      <a:pt x="25" y="49"/>
                      <a:pt x="25" y="49"/>
                    </a:cubicBezTo>
                    <a:cubicBezTo>
                      <a:pt x="29" y="50"/>
                      <a:pt x="32" y="49"/>
                      <a:pt x="33" y="46"/>
                    </a:cubicBezTo>
                    <a:cubicBezTo>
                      <a:pt x="37" y="31"/>
                      <a:pt x="28" y="13"/>
                      <a:pt x="24" y="2"/>
                    </a:cubicBezTo>
                    <a:cubicBezTo>
                      <a:pt x="23" y="2"/>
                      <a:pt x="20" y="0"/>
                      <a:pt x="19" y="2"/>
                    </a:cubicBezTo>
                    <a:cubicBezTo>
                      <a:pt x="17" y="5"/>
                      <a:pt x="19" y="4"/>
                      <a:pt x="12" y="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5" name="i$ļiḋe"/>
              <p:cNvSpPr/>
              <p:nvPr/>
            </p:nvSpPr>
            <p:spPr bwMode="auto">
              <a:xfrm>
                <a:off x="6337300" y="2970213"/>
                <a:ext cx="465138" cy="666750"/>
              </a:xfrm>
              <a:custGeom>
                <a:avLst/>
                <a:gdLst>
                  <a:gd name="T0" fmla="*/ 60 w 141"/>
                  <a:gd name="T1" fmla="*/ 16 h 201"/>
                  <a:gd name="T2" fmla="*/ 86 w 141"/>
                  <a:gd name="T3" fmla="*/ 32 h 201"/>
                  <a:gd name="T4" fmla="*/ 41 w 141"/>
                  <a:gd name="T5" fmla="*/ 64 h 201"/>
                  <a:gd name="T6" fmla="*/ 3 w 141"/>
                  <a:gd name="T7" fmla="*/ 105 h 201"/>
                  <a:gd name="T8" fmla="*/ 29 w 141"/>
                  <a:gd name="T9" fmla="*/ 134 h 201"/>
                  <a:gd name="T10" fmla="*/ 68 w 141"/>
                  <a:gd name="T11" fmla="*/ 70 h 201"/>
                  <a:gd name="T12" fmla="*/ 123 w 141"/>
                  <a:gd name="T13" fmla="*/ 71 h 201"/>
                  <a:gd name="T14" fmla="*/ 93 w 141"/>
                  <a:gd name="T15" fmla="*/ 91 h 201"/>
                  <a:gd name="T16" fmla="*/ 84 w 141"/>
                  <a:gd name="T17" fmla="*/ 87 h 201"/>
                  <a:gd name="T18" fmla="*/ 78 w 141"/>
                  <a:gd name="T19" fmla="*/ 86 h 201"/>
                  <a:gd name="T20" fmla="*/ 57 w 141"/>
                  <a:gd name="T21" fmla="*/ 113 h 201"/>
                  <a:gd name="T22" fmla="*/ 81 w 141"/>
                  <a:gd name="T23" fmla="*/ 101 h 201"/>
                  <a:gd name="T24" fmla="*/ 79 w 141"/>
                  <a:gd name="T25" fmla="*/ 126 h 201"/>
                  <a:gd name="T26" fmla="*/ 78 w 141"/>
                  <a:gd name="T27" fmla="*/ 128 h 201"/>
                  <a:gd name="T28" fmla="*/ 84 w 141"/>
                  <a:gd name="T29" fmla="*/ 140 h 201"/>
                  <a:gd name="T30" fmla="*/ 40 w 141"/>
                  <a:gd name="T31" fmla="*/ 150 h 201"/>
                  <a:gd name="T32" fmla="*/ 53 w 141"/>
                  <a:gd name="T33" fmla="*/ 159 h 201"/>
                  <a:gd name="T34" fmla="*/ 60 w 141"/>
                  <a:gd name="T35" fmla="*/ 160 h 201"/>
                  <a:gd name="T36" fmla="*/ 91 w 141"/>
                  <a:gd name="T37" fmla="*/ 155 h 201"/>
                  <a:gd name="T38" fmla="*/ 47 w 141"/>
                  <a:gd name="T39" fmla="*/ 181 h 201"/>
                  <a:gd name="T40" fmla="*/ 108 w 141"/>
                  <a:gd name="T41" fmla="*/ 176 h 201"/>
                  <a:gd name="T42" fmla="*/ 106 w 141"/>
                  <a:gd name="T43" fmla="*/ 148 h 201"/>
                  <a:gd name="T44" fmla="*/ 113 w 141"/>
                  <a:gd name="T45" fmla="*/ 147 h 201"/>
                  <a:gd name="T46" fmla="*/ 130 w 141"/>
                  <a:gd name="T47" fmla="*/ 154 h 201"/>
                  <a:gd name="T48" fmla="*/ 138 w 141"/>
                  <a:gd name="T49" fmla="*/ 146 h 201"/>
                  <a:gd name="T50" fmla="*/ 131 w 141"/>
                  <a:gd name="T51" fmla="*/ 131 h 201"/>
                  <a:gd name="T52" fmla="*/ 102 w 141"/>
                  <a:gd name="T53" fmla="*/ 127 h 201"/>
                  <a:gd name="T54" fmla="*/ 98 w 141"/>
                  <a:gd name="T55" fmla="*/ 135 h 201"/>
                  <a:gd name="T56" fmla="*/ 90 w 141"/>
                  <a:gd name="T57" fmla="*/ 131 h 201"/>
                  <a:gd name="T58" fmla="*/ 104 w 141"/>
                  <a:gd name="T59" fmla="*/ 113 h 201"/>
                  <a:gd name="T60" fmla="*/ 103 w 141"/>
                  <a:gd name="T61" fmla="*/ 99 h 201"/>
                  <a:gd name="T62" fmla="*/ 120 w 141"/>
                  <a:gd name="T63" fmla="*/ 99 h 201"/>
                  <a:gd name="T64" fmla="*/ 138 w 141"/>
                  <a:gd name="T65" fmla="*/ 83 h 201"/>
                  <a:gd name="T66" fmla="*/ 139 w 141"/>
                  <a:gd name="T67" fmla="*/ 79 h 201"/>
                  <a:gd name="T68" fmla="*/ 119 w 141"/>
                  <a:gd name="T69" fmla="*/ 42 h 201"/>
                  <a:gd name="T70" fmla="*/ 101 w 141"/>
                  <a:gd name="T71" fmla="*/ 36 h 201"/>
                  <a:gd name="T72" fmla="*/ 139 w 141"/>
                  <a:gd name="T73" fmla="*/ 14 h 201"/>
                  <a:gd name="T74" fmla="*/ 122 w 141"/>
                  <a:gd name="T75" fmla="*/ 2 h 201"/>
                  <a:gd name="T76" fmla="*/ 113 w 141"/>
                  <a:gd name="T77" fmla="*/ 1 h 201"/>
                  <a:gd name="T78" fmla="*/ 60 w 141"/>
                  <a:gd name="T79" fmla="*/ 16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41" h="201">
                    <a:moveTo>
                      <a:pt x="60" y="16"/>
                    </a:moveTo>
                    <a:cubicBezTo>
                      <a:pt x="86" y="32"/>
                      <a:pt x="86" y="32"/>
                      <a:pt x="86" y="32"/>
                    </a:cubicBezTo>
                    <a:cubicBezTo>
                      <a:pt x="78" y="40"/>
                      <a:pt x="54" y="54"/>
                      <a:pt x="41" y="64"/>
                    </a:cubicBezTo>
                    <a:cubicBezTo>
                      <a:pt x="36" y="67"/>
                      <a:pt x="3" y="102"/>
                      <a:pt x="3" y="105"/>
                    </a:cubicBezTo>
                    <a:cubicBezTo>
                      <a:pt x="0" y="127"/>
                      <a:pt x="12" y="132"/>
                      <a:pt x="29" y="134"/>
                    </a:cubicBezTo>
                    <a:cubicBezTo>
                      <a:pt x="35" y="97"/>
                      <a:pt x="49" y="91"/>
                      <a:pt x="68" y="70"/>
                    </a:cubicBezTo>
                    <a:cubicBezTo>
                      <a:pt x="85" y="51"/>
                      <a:pt x="109" y="32"/>
                      <a:pt x="123" y="71"/>
                    </a:cubicBezTo>
                    <a:cubicBezTo>
                      <a:pt x="93" y="91"/>
                      <a:pt x="93" y="91"/>
                      <a:pt x="93" y="91"/>
                    </a:cubicBezTo>
                    <a:cubicBezTo>
                      <a:pt x="90" y="89"/>
                      <a:pt x="90" y="88"/>
                      <a:pt x="84" y="87"/>
                    </a:cubicBezTo>
                    <a:cubicBezTo>
                      <a:pt x="78" y="86"/>
                      <a:pt x="78" y="86"/>
                      <a:pt x="78" y="86"/>
                    </a:cubicBezTo>
                    <a:cubicBezTo>
                      <a:pt x="64" y="84"/>
                      <a:pt x="57" y="102"/>
                      <a:pt x="57" y="113"/>
                    </a:cubicBezTo>
                    <a:cubicBezTo>
                      <a:pt x="69" y="112"/>
                      <a:pt x="73" y="101"/>
                      <a:pt x="81" y="101"/>
                    </a:cubicBezTo>
                    <a:cubicBezTo>
                      <a:pt x="93" y="101"/>
                      <a:pt x="80" y="115"/>
                      <a:pt x="79" y="126"/>
                    </a:cubicBezTo>
                    <a:cubicBezTo>
                      <a:pt x="78" y="128"/>
                      <a:pt x="78" y="128"/>
                      <a:pt x="78" y="128"/>
                    </a:cubicBezTo>
                    <a:cubicBezTo>
                      <a:pt x="78" y="133"/>
                      <a:pt x="81" y="135"/>
                      <a:pt x="84" y="140"/>
                    </a:cubicBezTo>
                    <a:cubicBezTo>
                      <a:pt x="40" y="150"/>
                      <a:pt x="40" y="150"/>
                      <a:pt x="40" y="150"/>
                    </a:cubicBezTo>
                    <a:cubicBezTo>
                      <a:pt x="43" y="155"/>
                      <a:pt x="44" y="158"/>
                      <a:pt x="53" y="159"/>
                    </a:cubicBezTo>
                    <a:cubicBezTo>
                      <a:pt x="60" y="160"/>
                      <a:pt x="60" y="160"/>
                      <a:pt x="60" y="160"/>
                    </a:cubicBezTo>
                    <a:cubicBezTo>
                      <a:pt x="65" y="161"/>
                      <a:pt x="81" y="156"/>
                      <a:pt x="91" y="155"/>
                    </a:cubicBezTo>
                    <a:cubicBezTo>
                      <a:pt x="85" y="177"/>
                      <a:pt x="54" y="165"/>
                      <a:pt x="47" y="181"/>
                    </a:cubicBezTo>
                    <a:cubicBezTo>
                      <a:pt x="73" y="186"/>
                      <a:pt x="90" y="201"/>
                      <a:pt x="108" y="176"/>
                    </a:cubicBezTo>
                    <a:cubicBezTo>
                      <a:pt x="106" y="148"/>
                      <a:pt x="106" y="148"/>
                      <a:pt x="106" y="148"/>
                    </a:cubicBezTo>
                    <a:cubicBezTo>
                      <a:pt x="113" y="147"/>
                      <a:pt x="113" y="147"/>
                      <a:pt x="113" y="147"/>
                    </a:cubicBezTo>
                    <a:cubicBezTo>
                      <a:pt x="119" y="149"/>
                      <a:pt x="123" y="153"/>
                      <a:pt x="130" y="154"/>
                    </a:cubicBezTo>
                    <a:cubicBezTo>
                      <a:pt x="133" y="154"/>
                      <a:pt x="138" y="150"/>
                      <a:pt x="138" y="146"/>
                    </a:cubicBezTo>
                    <a:cubicBezTo>
                      <a:pt x="139" y="139"/>
                      <a:pt x="138" y="132"/>
                      <a:pt x="131" y="131"/>
                    </a:cubicBezTo>
                    <a:cubicBezTo>
                      <a:pt x="102" y="127"/>
                      <a:pt x="102" y="127"/>
                      <a:pt x="102" y="127"/>
                    </a:cubicBezTo>
                    <a:cubicBezTo>
                      <a:pt x="98" y="135"/>
                      <a:pt x="98" y="135"/>
                      <a:pt x="98" y="135"/>
                    </a:cubicBezTo>
                    <a:cubicBezTo>
                      <a:pt x="90" y="131"/>
                      <a:pt x="90" y="131"/>
                      <a:pt x="90" y="131"/>
                    </a:cubicBezTo>
                    <a:cubicBezTo>
                      <a:pt x="104" y="113"/>
                      <a:pt x="104" y="113"/>
                      <a:pt x="104" y="113"/>
                    </a:cubicBezTo>
                    <a:cubicBezTo>
                      <a:pt x="103" y="99"/>
                      <a:pt x="103" y="99"/>
                      <a:pt x="103" y="99"/>
                    </a:cubicBezTo>
                    <a:cubicBezTo>
                      <a:pt x="120" y="99"/>
                      <a:pt x="120" y="99"/>
                      <a:pt x="120" y="99"/>
                    </a:cubicBezTo>
                    <a:cubicBezTo>
                      <a:pt x="126" y="92"/>
                      <a:pt x="137" y="92"/>
                      <a:pt x="138" y="83"/>
                    </a:cubicBezTo>
                    <a:cubicBezTo>
                      <a:pt x="139" y="79"/>
                      <a:pt x="139" y="79"/>
                      <a:pt x="139" y="79"/>
                    </a:cubicBezTo>
                    <a:cubicBezTo>
                      <a:pt x="141" y="64"/>
                      <a:pt x="127" y="49"/>
                      <a:pt x="119" y="42"/>
                    </a:cubicBezTo>
                    <a:cubicBezTo>
                      <a:pt x="101" y="36"/>
                      <a:pt x="101" y="36"/>
                      <a:pt x="101" y="36"/>
                    </a:cubicBezTo>
                    <a:cubicBezTo>
                      <a:pt x="110" y="26"/>
                      <a:pt x="138" y="26"/>
                      <a:pt x="139" y="14"/>
                    </a:cubicBezTo>
                    <a:cubicBezTo>
                      <a:pt x="140" y="6"/>
                      <a:pt x="131" y="3"/>
                      <a:pt x="122" y="2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07" y="0"/>
                      <a:pt x="88" y="20"/>
                      <a:pt x="60" y="16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6" name="iṥlíḍê"/>
              <p:cNvSpPr/>
              <p:nvPr/>
            </p:nvSpPr>
            <p:spPr bwMode="auto">
              <a:xfrm>
                <a:off x="6992938" y="2933700"/>
                <a:ext cx="587375" cy="646113"/>
              </a:xfrm>
              <a:custGeom>
                <a:avLst/>
                <a:gdLst>
                  <a:gd name="T0" fmla="*/ 71 w 178"/>
                  <a:gd name="T1" fmla="*/ 145 h 195"/>
                  <a:gd name="T2" fmla="*/ 109 w 178"/>
                  <a:gd name="T3" fmla="*/ 85 h 195"/>
                  <a:gd name="T4" fmla="*/ 110 w 178"/>
                  <a:gd name="T5" fmla="*/ 108 h 195"/>
                  <a:gd name="T6" fmla="*/ 116 w 178"/>
                  <a:gd name="T7" fmla="*/ 121 h 195"/>
                  <a:gd name="T8" fmla="*/ 130 w 178"/>
                  <a:gd name="T9" fmla="*/ 106 h 195"/>
                  <a:gd name="T10" fmla="*/ 133 w 178"/>
                  <a:gd name="T11" fmla="*/ 114 h 195"/>
                  <a:gd name="T12" fmla="*/ 132 w 178"/>
                  <a:gd name="T13" fmla="*/ 138 h 195"/>
                  <a:gd name="T14" fmla="*/ 94 w 178"/>
                  <a:gd name="T15" fmla="*/ 128 h 195"/>
                  <a:gd name="T16" fmla="*/ 113 w 178"/>
                  <a:gd name="T17" fmla="*/ 163 h 195"/>
                  <a:gd name="T18" fmla="*/ 101 w 178"/>
                  <a:gd name="T19" fmla="*/ 166 h 195"/>
                  <a:gd name="T20" fmla="*/ 71 w 178"/>
                  <a:gd name="T21" fmla="*/ 145 h 195"/>
                  <a:gd name="T22" fmla="*/ 121 w 178"/>
                  <a:gd name="T23" fmla="*/ 18 h 195"/>
                  <a:gd name="T24" fmla="*/ 113 w 178"/>
                  <a:gd name="T25" fmla="*/ 69 h 195"/>
                  <a:gd name="T26" fmla="*/ 98 w 178"/>
                  <a:gd name="T27" fmla="*/ 71 h 195"/>
                  <a:gd name="T28" fmla="*/ 83 w 178"/>
                  <a:gd name="T29" fmla="*/ 87 h 195"/>
                  <a:gd name="T30" fmla="*/ 90 w 178"/>
                  <a:gd name="T31" fmla="*/ 45 h 195"/>
                  <a:gd name="T32" fmla="*/ 109 w 178"/>
                  <a:gd name="T33" fmla="*/ 10 h 195"/>
                  <a:gd name="T34" fmla="*/ 93 w 178"/>
                  <a:gd name="T35" fmla="*/ 8 h 195"/>
                  <a:gd name="T36" fmla="*/ 55 w 178"/>
                  <a:gd name="T37" fmla="*/ 49 h 195"/>
                  <a:gd name="T38" fmla="*/ 41 w 178"/>
                  <a:gd name="T39" fmla="*/ 50 h 195"/>
                  <a:gd name="T40" fmla="*/ 48 w 178"/>
                  <a:gd name="T41" fmla="*/ 62 h 195"/>
                  <a:gd name="T42" fmla="*/ 70 w 178"/>
                  <a:gd name="T43" fmla="*/ 61 h 195"/>
                  <a:gd name="T44" fmla="*/ 63 w 178"/>
                  <a:gd name="T45" fmla="*/ 98 h 195"/>
                  <a:gd name="T46" fmla="*/ 32 w 178"/>
                  <a:gd name="T47" fmla="*/ 116 h 195"/>
                  <a:gd name="T48" fmla="*/ 30 w 178"/>
                  <a:gd name="T49" fmla="*/ 117 h 195"/>
                  <a:gd name="T50" fmla="*/ 10 w 178"/>
                  <a:gd name="T51" fmla="*/ 117 h 195"/>
                  <a:gd name="T52" fmla="*/ 1 w 178"/>
                  <a:gd name="T53" fmla="*/ 142 h 195"/>
                  <a:gd name="T54" fmla="*/ 21 w 178"/>
                  <a:gd name="T55" fmla="*/ 158 h 195"/>
                  <a:gd name="T56" fmla="*/ 23 w 178"/>
                  <a:gd name="T57" fmla="*/ 158 h 195"/>
                  <a:gd name="T58" fmla="*/ 46 w 178"/>
                  <a:gd name="T59" fmla="*/ 151 h 195"/>
                  <a:gd name="T60" fmla="*/ 59 w 178"/>
                  <a:gd name="T61" fmla="*/ 176 h 195"/>
                  <a:gd name="T62" fmla="*/ 78 w 178"/>
                  <a:gd name="T63" fmla="*/ 195 h 195"/>
                  <a:gd name="T64" fmla="*/ 72 w 178"/>
                  <a:gd name="T65" fmla="*/ 166 h 195"/>
                  <a:gd name="T66" fmla="*/ 77 w 178"/>
                  <a:gd name="T67" fmla="*/ 165 h 195"/>
                  <a:gd name="T68" fmla="*/ 97 w 178"/>
                  <a:gd name="T69" fmla="*/ 183 h 195"/>
                  <a:gd name="T70" fmla="*/ 112 w 178"/>
                  <a:gd name="T71" fmla="*/ 181 h 195"/>
                  <a:gd name="T72" fmla="*/ 142 w 178"/>
                  <a:gd name="T73" fmla="*/ 179 h 195"/>
                  <a:gd name="T74" fmla="*/ 164 w 178"/>
                  <a:gd name="T75" fmla="*/ 193 h 195"/>
                  <a:gd name="T76" fmla="*/ 177 w 178"/>
                  <a:gd name="T77" fmla="*/ 177 h 195"/>
                  <a:gd name="T78" fmla="*/ 176 w 178"/>
                  <a:gd name="T79" fmla="*/ 173 h 195"/>
                  <a:gd name="T80" fmla="*/ 146 w 178"/>
                  <a:gd name="T81" fmla="*/ 145 h 195"/>
                  <a:gd name="T82" fmla="*/ 149 w 178"/>
                  <a:gd name="T83" fmla="*/ 107 h 195"/>
                  <a:gd name="T84" fmla="*/ 122 w 178"/>
                  <a:gd name="T85" fmla="*/ 90 h 195"/>
                  <a:gd name="T86" fmla="*/ 126 w 178"/>
                  <a:gd name="T87" fmla="*/ 80 h 195"/>
                  <a:gd name="T88" fmla="*/ 151 w 178"/>
                  <a:gd name="T89" fmla="*/ 64 h 195"/>
                  <a:gd name="T90" fmla="*/ 170 w 178"/>
                  <a:gd name="T91" fmla="*/ 40 h 195"/>
                  <a:gd name="T92" fmla="*/ 137 w 178"/>
                  <a:gd name="T93" fmla="*/ 25 h 195"/>
                  <a:gd name="T94" fmla="*/ 140 w 178"/>
                  <a:gd name="T95" fmla="*/ 15 h 195"/>
                  <a:gd name="T96" fmla="*/ 123 w 178"/>
                  <a:gd name="T97" fmla="*/ 1 h 195"/>
                  <a:gd name="T98" fmla="*/ 121 w 178"/>
                  <a:gd name="T99" fmla="*/ 18 h 195"/>
                  <a:gd name="T100" fmla="*/ 134 w 178"/>
                  <a:gd name="T101" fmla="*/ 40 h 195"/>
                  <a:gd name="T102" fmla="*/ 143 w 178"/>
                  <a:gd name="T103" fmla="*/ 47 h 195"/>
                  <a:gd name="T104" fmla="*/ 146 w 178"/>
                  <a:gd name="T105" fmla="*/ 57 h 195"/>
                  <a:gd name="T106" fmla="*/ 129 w 178"/>
                  <a:gd name="T107" fmla="*/ 60 h 195"/>
                  <a:gd name="T108" fmla="*/ 134 w 178"/>
                  <a:gd name="T109" fmla="*/ 4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8" h="195">
                    <a:moveTo>
                      <a:pt x="71" y="145"/>
                    </a:moveTo>
                    <a:cubicBezTo>
                      <a:pt x="68" y="124"/>
                      <a:pt x="93" y="84"/>
                      <a:pt x="109" y="85"/>
                    </a:cubicBezTo>
                    <a:cubicBezTo>
                      <a:pt x="110" y="108"/>
                      <a:pt x="110" y="108"/>
                      <a:pt x="110" y="108"/>
                    </a:cubicBezTo>
                    <a:cubicBezTo>
                      <a:pt x="110" y="111"/>
                      <a:pt x="115" y="120"/>
                      <a:pt x="116" y="121"/>
                    </a:cubicBezTo>
                    <a:cubicBezTo>
                      <a:pt x="130" y="106"/>
                      <a:pt x="130" y="106"/>
                      <a:pt x="130" y="106"/>
                    </a:cubicBezTo>
                    <a:cubicBezTo>
                      <a:pt x="133" y="114"/>
                      <a:pt x="133" y="114"/>
                      <a:pt x="133" y="114"/>
                    </a:cubicBezTo>
                    <a:cubicBezTo>
                      <a:pt x="134" y="126"/>
                      <a:pt x="131" y="127"/>
                      <a:pt x="132" y="138"/>
                    </a:cubicBezTo>
                    <a:cubicBezTo>
                      <a:pt x="94" y="128"/>
                      <a:pt x="94" y="128"/>
                      <a:pt x="94" y="128"/>
                    </a:cubicBezTo>
                    <a:cubicBezTo>
                      <a:pt x="113" y="163"/>
                      <a:pt x="113" y="163"/>
                      <a:pt x="113" y="163"/>
                    </a:cubicBezTo>
                    <a:cubicBezTo>
                      <a:pt x="101" y="166"/>
                      <a:pt x="101" y="166"/>
                      <a:pt x="101" y="166"/>
                    </a:cubicBezTo>
                    <a:cubicBezTo>
                      <a:pt x="89" y="168"/>
                      <a:pt x="73" y="158"/>
                      <a:pt x="71" y="145"/>
                    </a:cubicBezTo>
                    <a:close/>
                    <a:moveTo>
                      <a:pt x="121" y="18"/>
                    </a:moveTo>
                    <a:cubicBezTo>
                      <a:pt x="122" y="24"/>
                      <a:pt x="114" y="53"/>
                      <a:pt x="113" y="69"/>
                    </a:cubicBezTo>
                    <a:cubicBezTo>
                      <a:pt x="98" y="71"/>
                      <a:pt x="98" y="71"/>
                      <a:pt x="98" y="71"/>
                    </a:cubicBezTo>
                    <a:cubicBezTo>
                      <a:pt x="88" y="73"/>
                      <a:pt x="93" y="82"/>
                      <a:pt x="83" y="87"/>
                    </a:cubicBezTo>
                    <a:cubicBezTo>
                      <a:pt x="87" y="74"/>
                      <a:pt x="86" y="56"/>
                      <a:pt x="90" y="45"/>
                    </a:cubicBezTo>
                    <a:cubicBezTo>
                      <a:pt x="97" y="27"/>
                      <a:pt x="108" y="27"/>
                      <a:pt x="109" y="10"/>
                    </a:cubicBezTo>
                    <a:cubicBezTo>
                      <a:pt x="105" y="9"/>
                      <a:pt x="99" y="7"/>
                      <a:pt x="93" y="8"/>
                    </a:cubicBezTo>
                    <a:cubicBezTo>
                      <a:pt x="81" y="10"/>
                      <a:pt x="88" y="44"/>
                      <a:pt x="55" y="49"/>
                    </a:cubicBezTo>
                    <a:cubicBezTo>
                      <a:pt x="47" y="51"/>
                      <a:pt x="51" y="48"/>
                      <a:pt x="41" y="50"/>
                    </a:cubicBezTo>
                    <a:cubicBezTo>
                      <a:pt x="48" y="62"/>
                      <a:pt x="48" y="62"/>
                      <a:pt x="48" y="62"/>
                    </a:cubicBezTo>
                    <a:cubicBezTo>
                      <a:pt x="70" y="61"/>
                      <a:pt x="70" y="61"/>
                      <a:pt x="70" y="61"/>
                    </a:cubicBezTo>
                    <a:cubicBezTo>
                      <a:pt x="70" y="63"/>
                      <a:pt x="64" y="93"/>
                      <a:pt x="63" y="98"/>
                    </a:cubicBezTo>
                    <a:cubicBezTo>
                      <a:pt x="60" y="108"/>
                      <a:pt x="45" y="114"/>
                      <a:pt x="32" y="116"/>
                    </a:cubicBezTo>
                    <a:cubicBezTo>
                      <a:pt x="30" y="117"/>
                      <a:pt x="30" y="117"/>
                      <a:pt x="30" y="117"/>
                    </a:cubicBezTo>
                    <a:cubicBezTo>
                      <a:pt x="10" y="117"/>
                      <a:pt x="10" y="117"/>
                      <a:pt x="10" y="117"/>
                    </a:cubicBezTo>
                    <a:cubicBezTo>
                      <a:pt x="3" y="131"/>
                      <a:pt x="0" y="135"/>
                      <a:pt x="1" y="142"/>
                    </a:cubicBezTo>
                    <a:cubicBezTo>
                      <a:pt x="7" y="151"/>
                      <a:pt x="7" y="160"/>
                      <a:pt x="21" y="158"/>
                    </a:cubicBezTo>
                    <a:cubicBezTo>
                      <a:pt x="23" y="158"/>
                      <a:pt x="23" y="158"/>
                      <a:pt x="23" y="158"/>
                    </a:cubicBezTo>
                    <a:cubicBezTo>
                      <a:pt x="46" y="151"/>
                      <a:pt x="46" y="151"/>
                      <a:pt x="46" y="151"/>
                    </a:cubicBezTo>
                    <a:cubicBezTo>
                      <a:pt x="49" y="169"/>
                      <a:pt x="53" y="165"/>
                      <a:pt x="59" y="176"/>
                    </a:cubicBezTo>
                    <a:cubicBezTo>
                      <a:pt x="69" y="195"/>
                      <a:pt x="57" y="188"/>
                      <a:pt x="78" y="195"/>
                    </a:cubicBezTo>
                    <a:cubicBezTo>
                      <a:pt x="72" y="166"/>
                      <a:pt x="72" y="166"/>
                      <a:pt x="72" y="166"/>
                    </a:cubicBezTo>
                    <a:cubicBezTo>
                      <a:pt x="77" y="165"/>
                      <a:pt x="77" y="165"/>
                      <a:pt x="77" y="165"/>
                    </a:cubicBezTo>
                    <a:cubicBezTo>
                      <a:pt x="80" y="175"/>
                      <a:pt x="85" y="185"/>
                      <a:pt x="97" y="183"/>
                    </a:cubicBezTo>
                    <a:cubicBezTo>
                      <a:pt x="112" y="181"/>
                      <a:pt x="112" y="181"/>
                      <a:pt x="112" y="181"/>
                    </a:cubicBezTo>
                    <a:cubicBezTo>
                      <a:pt x="124" y="179"/>
                      <a:pt x="133" y="171"/>
                      <a:pt x="142" y="179"/>
                    </a:cubicBezTo>
                    <a:cubicBezTo>
                      <a:pt x="149" y="185"/>
                      <a:pt x="151" y="195"/>
                      <a:pt x="164" y="193"/>
                    </a:cubicBezTo>
                    <a:cubicBezTo>
                      <a:pt x="170" y="192"/>
                      <a:pt x="178" y="184"/>
                      <a:pt x="177" y="177"/>
                    </a:cubicBezTo>
                    <a:cubicBezTo>
                      <a:pt x="176" y="173"/>
                      <a:pt x="176" y="173"/>
                      <a:pt x="176" y="173"/>
                    </a:cubicBezTo>
                    <a:cubicBezTo>
                      <a:pt x="174" y="153"/>
                      <a:pt x="147" y="151"/>
                      <a:pt x="146" y="145"/>
                    </a:cubicBezTo>
                    <a:cubicBezTo>
                      <a:pt x="145" y="137"/>
                      <a:pt x="151" y="121"/>
                      <a:pt x="149" y="107"/>
                    </a:cubicBezTo>
                    <a:cubicBezTo>
                      <a:pt x="147" y="95"/>
                      <a:pt x="132" y="93"/>
                      <a:pt x="122" y="90"/>
                    </a:cubicBezTo>
                    <a:cubicBezTo>
                      <a:pt x="126" y="80"/>
                      <a:pt x="126" y="80"/>
                      <a:pt x="126" y="80"/>
                    </a:cubicBezTo>
                    <a:cubicBezTo>
                      <a:pt x="144" y="77"/>
                      <a:pt x="141" y="71"/>
                      <a:pt x="151" y="64"/>
                    </a:cubicBezTo>
                    <a:cubicBezTo>
                      <a:pt x="162" y="56"/>
                      <a:pt x="172" y="56"/>
                      <a:pt x="170" y="40"/>
                    </a:cubicBezTo>
                    <a:cubicBezTo>
                      <a:pt x="155" y="39"/>
                      <a:pt x="145" y="36"/>
                      <a:pt x="137" y="25"/>
                    </a:cubicBezTo>
                    <a:cubicBezTo>
                      <a:pt x="140" y="15"/>
                      <a:pt x="140" y="15"/>
                      <a:pt x="140" y="15"/>
                    </a:cubicBezTo>
                    <a:cubicBezTo>
                      <a:pt x="136" y="8"/>
                      <a:pt x="133" y="0"/>
                      <a:pt x="123" y="1"/>
                    </a:cubicBezTo>
                    <a:cubicBezTo>
                      <a:pt x="111" y="3"/>
                      <a:pt x="120" y="13"/>
                      <a:pt x="121" y="18"/>
                    </a:cubicBezTo>
                    <a:close/>
                    <a:moveTo>
                      <a:pt x="134" y="40"/>
                    </a:moveTo>
                    <a:cubicBezTo>
                      <a:pt x="138" y="38"/>
                      <a:pt x="140" y="42"/>
                      <a:pt x="143" y="47"/>
                    </a:cubicBezTo>
                    <a:cubicBezTo>
                      <a:pt x="150" y="51"/>
                      <a:pt x="146" y="57"/>
                      <a:pt x="146" y="57"/>
                    </a:cubicBezTo>
                    <a:cubicBezTo>
                      <a:pt x="146" y="57"/>
                      <a:pt x="132" y="64"/>
                      <a:pt x="129" y="60"/>
                    </a:cubicBezTo>
                    <a:cubicBezTo>
                      <a:pt x="126" y="56"/>
                      <a:pt x="131" y="41"/>
                      <a:pt x="134" y="40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7" name="ïṧḻîďè"/>
              <p:cNvSpPr/>
              <p:nvPr/>
            </p:nvSpPr>
            <p:spPr bwMode="auto">
              <a:xfrm>
                <a:off x="7794625" y="2903538"/>
                <a:ext cx="468313" cy="663575"/>
              </a:xfrm>
              <a:custGeom>
                <a:avLst/>
                <a:gdLst>
                  <a:gd name="T0" fmla="*/ 59 w 142"/>
                  <a:gd name="T1" fmla="*/ 83 h 200"/>
                  <a:gd name="T2" fmla="*/ 31 w 142"/>
                  <a:gd name="T3" fmla="*/ 82 h 200"/>
                  <a:gd name="T4" fmla="*/ 34 w 142"/>
                  <a:gd name="T5" fmla="*/ 98 h 200"/>
                  <a:gd name="T6" fmla="*/ 54 w 142"/>
                  <a:gd name="T7" fmla="*/ 105 h 200"/>
                  <a:gd name="T8" fmla="*/ 59 w 142"/>
                  <a:gd name="T9" fmla="*/ 101 h 200"/>
                  <a:gd name="T10" fmla="*/ 61 w 142"/>
                  <a:gd name="T11" fmla="*/ 110 h 200"/>
                  <a:gd name="T12" fmla="*/ 43 w 142"/>
                  <a:gd name="T13" fmla="*/ 111 h 200"/>
                  <a:gd name="T14" fmla="*/ 41 w 142"/>
                  <a:gd name="T15" fmla="*/ 113 h 200"/>
                  <a:gd name="T16" fmla="*/ 14 w 142"/>
                  <a:gd name="T17" fmla="*/ 141 h 200"/>
                  <a:gd name="T18" fmla="*/ 3 w 142"/>
                  <a:gd name="T19" fmla="*/ 176 h 200"/>
                  <a:gd name="T20" fmla="*/ 12 w 142"/>
                  <a:gd name="T21" fmla="*/ 195 h 200"/>
                  <a:gd name="T22" fmla="*/ 21 w 142"/>
                  <a:gd name="T23" fmla="*/ 194 h 200"/>
                  <a:gd name="T24" fmla="*/ 42 w 142"/>
                  <a:gd name="T25" fmla="*/ 157 h 200"/>
                  <a:gd name="T26" fmla="*/ 56 w 142"/>
                  <a:gd name="T27" fmla="*/ 156 h 200"/>
                  <a:gd name="T28" fmla="*/ 59 w 142"/>
                  <a:gd name="T29" fmla="*/ 191 h 200"/>
                  <a:gd name="T30" fmla="*/ 71 w 142"/>
                  <a:gd name="T31" fmla="*/ 200 h 200"/>
                  <a:gd name="T32" fmla="*/ 77 w 142"/>
                  <a:gd name="T33" fmla="*/ 146 h 200"/>
                  <a:gd name="T34" fmla="*/ 88 w 142"/>
                  <a:gd name="T35" fmla="*/ 178 h 200"/>
                  <a:gd name="T36" fmla="*/ 110 w 142"/>
                  <a:gd name="T37" fmla="*/ 180 h 200"/>
                  <a:gd name="T38" fmla="*/ 117 w 142"/>
                  <a:gd name="T39" fmla="*/ 170 h 200"/>
                  <a:gd name="T40" fmla="*/ 105 w 142"/>
                  <a:gd name="T41" fmla="*/ 128 h 200"/>
                  <a:gd name="T42" fmla="*/ 88 w 142"/>
                  <a:gd name="T43" fmla="*/ 117 h 200"/>
                  <a:gd name="T44" fmla="*/ 73 w 142"/>
                  <a:gd name="T45" fmla="*/ 128 h 200"/>
                  <a:gd name="T46" fmla="*/ 76 w 142"/>
                  <a:gd name="T47" fmla="*/ 92 h 200"/>
                  <a:gd name="T48" fmla="*/ 78 w 142"/>
                  <a:gd name="T49" fmla="*/ 93 h 200"/>
                  <a:gd name="T50" fmla="*/ 122 w 142"/>
                  <a:gd name="T51" fmla="*/ 67 h 200"/>
                  <a:gd name="T52" fmla="*/ 122 w 142"/>
                  <a:gd name="T53" fmla="*/ 69 h 200"/>
                  <a:gd name="T54" fmla="*/ 122 w 142"/>
                  <a:gd name="T55" fmla="*/ 61 h 200"/>
                  <a:gd name="T56" fmla="*/ 95 w 142"/>
                  <a:gd name="T57" fmla="*/ 55 h 200"/>
                  <a:gd name="T58" fmla="*/ 93 w 142"/>
                  <a:gd name="T59" fmla="*/ 69 h 200"/>
                  <a:gd name="T60" fmla="*/ 87 w 142"/>
                  <a:gd name="T61" fmla="*/ 73 h 200"/>
                  <a:gd name="T62" fmla="*/ 81 w 142"/>
                  <a:gd name="T63" fmla="*/ 74 h 200"/>
                  <a:gd name="T64" fmla="*/ 69 w 142"/>
                  <a:gd name="T65" fmla="*/ 13 h 200"/>
                  <a:gd name="T66" fmla="*/ 59 w 142"/>
                  <a:gd name="T67" fmla="*/ 83 h 200"/>
                  <a:gd name="T68" fmla="*/ 102 w 142"/>
                  <a:gd name="T69" fmla="*/ 21 h 200"/>
                  <a:gd name="T70" fmla="*/ 98 w 142"/>
                  <a:gd name="T71" fmla="*/ 10 h 200"/>
                  <a:gd name="T72" fmla="*/ 138 w 142"/>
                  <a:gd name="T73" fmla="*/ 25 h 200"/>
                  <a:gd name="T74" fmla="*/ 132 w 142"/>
                  <a:gd name="T75" fmla="*/ 45 h 200"/>
                  <a:gd name="T76" fmla="*/ 116 w 142"/>
                  <a:gd name="T77" fmla="*/ 46 h 200"/>
                  <a:gd name="T78" fmla="*/ 115 w 142"/>
                  <a:gd name="T79" fmla="*/ 39 h 200"/>
                  <a:gd name="T80" fmla="*/ 108 w 142"/>
                  <a:gd name="T81" fmla="*/ 33 h 200"/>
                  <a:gd name="T82" fmla="*/ 102 w 142"/>
                  <a:gd name="T83" fmla="*/ 21 h 200"/>
                  <a:gd name="T84" fmla="*/ 42 w 142"/>
                  <a:gd name="T85" fmla="*/ 137 h 200"/>
                  <a:gd name="T86" fmla="*/ 50 w 142"/>
                  <a:gd name="T87" fmla="*/ 122 h 200"/>
                  <a:gd name="T88" fmla="*/ 57 w 142"/>
                  <a:gd name="T89" fmla="*/ 128 h 200"/>
                  <a:gd name="T90" fmla="*/ 42 w 142"/>
                  <a:gd name="T91" fmla="*/ 137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42" h="200">
                    <a:moveTo>
                      <a:pt x="59" y="83"/>
                    </a:moveTo>
                    <a:cubicBezTo>
                      <a:pt x="48" y="90"/>
                      <a:pt x="38" y="83"/>
                      <a:pt x="31" y="82"/>
                    </a:cubicBezTo>
                    <a:cubicBezTo>
                      <a:pt x="33" y="90"/>
                      <a:pt x="31" y="91"/>
                      <a:pt x="34" y="98"/>
                    </a:cubicBezTo>
                    <a:cubicBezTo>
                      <a:pt x="39" y="108"/>
                      <a:pt x="45" y="110"/>
                      <a:pt x="54" y="105"/>
                    </a:cubicBezTo>
                    <a:cubicBezTo>
                      <a:pt x="59" y="101"/>
                      <a:pt x="59" y="101"/>
                      <a:pt x="59" y="101"/>
                    </a:cubicBezTo>
                    <a:cubicBezTo>
                      <a:pt x="61" y="110"/>
                      <a:pt x="61" y="110"/>
                      <a:pt x="61" y="110"/>
                    </a:cubicBezTo>
                    <a:cubicBezTo>
                      <a:pt x="54" y="113"/>
                      <a:pt x="47" y="109"/>
                      <a:pt x="43" y="111"/>
                    </a:cubicBezTo>
                    <a:cubicBezTo>
                      <a:pt x="41" y="113"/>
                      <a:pt x="41" y="113"/>
                      <a:pt x="41" y="113"/>
                    </a:cubicBezTo>
                    <a:cubicBezTo>
                      <a:pt x="29" y="120"/>
                      <a:pt x="23" y="131"/>
                      <a:pt x="14" y="141"/>
                    </a:cubicBezTo>
                    <a:cubicBezTo>
                      <a:pt x="0" y="156"/>
                      <a:pt x="10" y="160"/>
                      <a:pt x="3" y="176"/>
                    </a:cubicBezTo>
                    <a:cubicBezTo>
                      <a:pt x="12" y="195"/>
                      <a:pt x="12" y="195"/>
                      <a:pt x="12" y="195"/>
                    </a:cubicBezTo>
                    <a:cubicBezTo>
                      <a:pt x="16" y="195"/>
                      <a:pt x="17" y="197"/>
                      <a:pt x="21" y="194"/>
                    </a:cubicBezTo>
                    <a:cubicBezTo>
                      <a:pt x="35" y="185"/>
                      <a:pt x="37" y="160"/>
                      <a:pt x="42" y="157"/>
                    </a:cubicBezTo>
                    <a:cubicBezTo>
                      <a:pt x="49" y="153"/>
                      <a:pt x="51" y="154"/>
                      <a:pt x="56" y="156"/>
                    </a:cubicBezTo>
                    <a:cubicBezTo>
                      <a:pt x="55" y="168"/>
                      <a:pt x="51" y="176"/>
                      <a:pt x="59" y="191"/>
                    </a:cubicBezTo>
                    <a:cubicBezTo>
                      <a:pt x="63" y="199"/>
                      <a:pt x="65" y="199"/>
                      <a:pt x="71" y="200"/>
                    </a:cubicBezTo>
                    <a:cubicBezTo>
                      <a:pt x="76" y="185"/>
                      <a:pt x="62" y="157"/>
                      <a:pt x="77" y="146"/>
                    </a:cubicBezTo>
                    <a:cubicBezTo>
                      <a:pt x="88" y="178"/>
                      <a:pt x="88" y="178"/>
                      <a:pt x="88" y="178"/>
                    </a:cubicBezTo>
                    <a:cubicBezTo>
                      <a:pt x="90" y="186"/>
                      <a:pt x="105" y="184"/>
                      <a:pt x="110" y="180"/>
                    </a:cubicBezTo>
                    <a:cubicBezTo>
                      <a:pt x="116" y="177"/>
                      <a:pt x="116" y="174"/>
                      <a:pt x="117" y="170"/>
                    </a:cubicBezTo>
                    <a:cubicBezTo>
                      <a:pt x="111" y="158"/>
                      <a:pt x="107" y="144"/>
                      <a:pt x="105" y="128"/>
                    </a:cubicBezTo>
                    <a:cubicBezTo>
                      <a:pt x="103" y="121"/>
                      <a:pt x="90" y="115"/>
                      <a:pt x="88" y="117"/>
                    </a:cubicBezTo>
                    <a:cubicBezTo>
                      <a:pt x="73" y="128"/>
                      <a:pt x="73" y="128"/>
                      <a:pt x="73" y="128"/>
                    </a:cubicBezTo>
                    <a:cubicBezTo>
                      <a:pt x="76" y="92"/>
                      <a:pt x="76" y="92"/>
                      <a:pt x="76" y="92"/>
                    </a:cubicBezTo>
                    <a:cubicBezTo>
                      <a:pt x="78" y="93"/>
                      <a:pt x="78" y="93"/>
                      <a:pt x="78" y="93"/>
                    </a:cubicBezTo>
                    <a:cubicBezTo>
                      <a:pt x="122" y="67"/>
                      <a:pt x="122" y="67"/>
                      <a:pt x="122" y="67"/>
                    </a:cubicBezTo>
                    <a:cubicBezTo>
                      <a:pt x="122" y="69"/>
                      <a:pt x="122" y="69"/>
                      <a:pt x="122" y="69"/>
                    </a:cubicBezTo>
                    <a:cubicBezTo>
                      <a:pt x="122" y="61"/>
                      <a:pt x="122" y="61"/>
                      <a:pt x="122" y="61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97" y="61"/>
                      <a:pt x="99" y="66"/>
                      <a:pt x="93" y="69"/>
                    </a:cubicBezTo>
                    <a:cubicBezTo>
                      <a:pt x="87" y="73"/>
                      <a:pt x="87" y="73"/>
                      <a:pt x="87" y="73"/>
                    </a:cubicBezTo>
                    <a:cubicBezTo>
                      <a:pt x="80" y="77"/>
                      <a:pt x="87" y="74"/>
                      <a:pt x="81" y="74"/>
                    </a:cubicBezTo>
                    <a:cubicBezTo>
                      <a:pt x="80" y="71"/>
                      <a:pt x="93" y="0"/>
                      <a:pt x="69" y="13"/>
                    </a:cubicBezTo>
                    <a:cubicBezTo>
                      <a:pt x="72" y="23"/>
                      <a:pt x="65" y="79"/>
                      <a:pt x="59" y="83"/>
                    </a:cubicBezTo>
                    <a:close/>
                    <a:moveTo>
                      <a:pt x="102" y="21"/>
                    </a:moveTo>
                    <a:cubicBezTo>
                      <a:pt x="99" y="16"/>
                      <a:pt x="100" y="15"/>
                      <a:pt x="98" y="10"/>
                    </a:cubicBezTo>
                    <a:cubicBezTo>
                      <a:pt x="123" y="12"/>
                      <a:pt x="117" y="9"/>
                      <a:pt x="138" y="25"/>
                    </a:cubicBezTo>
                    <a:cubicBezTo>
                      <a:pt x="139" y="34"/>
                      <a:pt x="142" y="38"/>
                      <a:pt x="132" y="45"/>
                    </a:cubicBezTo>
                    <a:cubicBezTo>
                      <a:pt x="125" y="49"/>
                      <a:pt x="122" y="47"/>
                      <a:pt x="116" y="4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11" y="37"/>
                      <a:pt x="110" y="38"/>
                      <a:pt x="108" y="33"/>
                    </a:cubicBezTo>
                    <a:cubicBezTo>
                      <a:pt x="102" y="21"/>
                      <a:pt x="102" y="21"/>
                      <a:pt x="102" y="21"/>
                    </a:cubicBezTo>
                    <a:close/>
                    <a:moveTo>
                      <a:pt x="42" y="137"/>
                    </a:moveTo>
                    <a:cubicBezTo>
                      <a:pt x="34" y="134"/>
                      <a:pt x="44" y="126"/>
                      <a:pt x="50" y="122"/>
                    </a:cubicBezTo>
                    <a:cubicBezTo>
                      <a:pt x="55" y="119"/>
                      <a:pt x="54" y="119"/>
                      <a:pt x="57" y="128"/>
                    </a:cubicBezTo>
                    <a:cubicBezTo>
                      <a:pt x="59" y="136"/>
                      <a:pt x="50" y="141"/>
                      <a:pt x="42" y="137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8" name="ï$ļïḑe"/>
              <p:cNvSpPr/>
              <p:nvPr/>
            </p:nvSpPr>
            <p:spPr bwMode="auto">
              <a:xfrm>
                <a:off x="8455025" y="2909888"/>
                <a:ext cx="461963" cy="633413"/>
              </a:xfrm>
              <a:custGeom>
                <a:avLst/>
                <a:gdLst>
                  <a:gd name="T0" fmla="*/ 52 w 140"/>
                  <a:gd name="T1" fmla="*/ 80 h 191"/>
                  <a:gd name="T2" fmla="*/ 0 w 140"/>
                  <a:gd name="T3" fmla="*/ 90 h 191"/>
                  <a:gd name="T4" fmla="*/ 12 w 140"/>
                  <a:gd name="T5" fmla="*/ 108 h 191"/>
                  <a:gd name="T6" fmla="*/ 16 w 140"/>
                  <a:gd name="T7" fmla="*/ 111 h 191"/>
                  <a:gd name="T8" fmla="*/ 36 w 140"/>
                  <a:gd name="T9" fmla="*/ 140 h 191"/>
                  <a:gd name="T10" fmla="*/ 8 w 140"/>
                  <a:gd name="T11" fmla="*/ 154 h 191"/>
                  <a:gd name="T12" fmla="*/ 10 w 140"/>
                  <a:gd name="T13" fmla="*/ 164 h 191"/>
                  <a:gd name="T14" fmla="*/ 12 w 140"/>
                  <a:gd name="T15" fmla="*/ 166 h 191"/>
                  <a:gd name="T16" fmla="*/ 46 w 140"/>
                  <a:gd name="T17" fmla="*/ 161 h 191"/>
                  <a:gd name="T18" fmla="*/ 53 w 140"/>
                  <a:gd name="T19" fmla="*/ 151 h 191"/>
                  <a:gd name="T20" fmla="*/ 67 w 140"/>
                  <a:gd name="T21" fmla="*/ 103 h 191"/>
                  <a:gd name="T22" fmla="*/ 100 w 140"/>
                  <a:gd name="T23" fmla="*/ 84 h 191"/>
                  <a:gd name="T24" fmla="*/ 135 w 140"/>
                  <a:gd name="T25" fmla="*/ 70 h 191"/>
                  <a:gd name="T26" fmla="*/ 137 w 140"/>
                  <a:gd name="T27" fmla="*/ 68 h 191"/>
                  <a:gd name="T28" fmla="*/ 138 w 140"/>
                  <a:gd name="T29" fmla="*/ 57 h 191"/>
                  <a:gd name="T30" fmla="*/ 108 w 140"/>
                  <a:gd name="T31" fmla="*/ 54 h 191"/>
                  <a:gd name="T32" fmla="*/ 92 w 140"/>
                  <a:gd name="T33" fmla="*/ 47 h 191"/>
                  <a:gd name="T34" fmla="*/ 90 w 140"/>
                  <a:gd name="T35" fmla="*/ 44 h 191"/>
                  <a:gd name="T36" fmla="*/ 97 w 140"/>
                  <a:gd name="T37" fmla="*/ 61 h 191"/>
                  <a:gd name="T38" fmla="*/ 100 w 140"/>
                  <a:gd name="T39" fmla="*/ 63 h 191"/>
                  <a:gd name="T40" fmla="*/ 74 w 140"/>
                  <a:gd name="T41" fmla="*/ 71 h 191"/>
                  <a:gd name="T42" fmla="*/ 61 w 140"/>
                  <a:gd name="T43" fmla="*/ 4 h 191"/>
                  <a:gd name="T44" fmla="*/ 48 w 140"/>
                  <a:gd name="T45" fmla="*/ 1 h 191"/>
                  <a:gd name="T46" fmla="*/ 44 w 140"/>
                  <a:gd name="T47" fmla="*/ 8 h 191"/>
                  <a:gd name="T48" fmla="*/ 52 w 140"/>
                  <a:gd name="T49" fmla="*/ 80 h 191"/>
                  <a:gd name="T50" fmla="*/ 106 w 140"/>
                  <a:gd name="T51" fmla="*/ 184 h 191"/>
                  <a:gd name="T52" fmla="*/ 94 w 140"/>
                  <a:gd name="T53" fmla="*/ 161 h 191"/>
                  <a:gd name="T54" fmla="*/ 73 w 140"/>
                  <a:gd name="T55" fmla="*/ 140 h 191"/>
                  <a:gd name="T56" fmla="*/ 88 w 140"/>
                  <a:gd name="T57" fmla="*/ 126 h 191"/>
                  <a:gd name="T58" fmla="*/ 120 w 140"/>
                  <a:gd name="T59" fmla="*/ 145 h 191"/>
                  <a:gd name="T60" fmla="*/ 134 w 140"/>
                  <a:gd name="T61" fmla="*/ 175 h 191"/>
                  <a:gd name="T62" fmla="*/ 117 w 140"/>
                  <a:gd name="T63" fmla="*/ 191 h 191"/>
                  <a:gd name="T64" fmla="*/ 106 w 140"/>
                  <a:gd name="T65" fmla="*/ 184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40" h="191">
                    <a:moveTo>
                      <a:pt x="52" y="80"/>
                    </a:moveTo>
                    <a:cubicBezTo>
                      <a:pt x="42" y="95"/>
                      <a:pt x="9" y="87"/>
                      <a:pt x="0" y="90"/>
                    </a:cubicBezTo>
                    <a:cubicBezTo>
                      <a:pt x="0" y="98"/>
                      <a:pt x="3" y="102"/>
                      <a:pt x="12" y="108"/>
                    </a:cubicBezTo>
                    <a:cubicBezTo>
                      <a:pt x="16" y="111"/>
                      <a:pt x="16" y="111"/>
                      <a:pt x="16" y="111"/>
                    </a:cubicBezTo>
                    <a:cubicBezTo>
                      <a:pt x="27" y="118"/>
                      <a:pt x="69" y="92"/>
                      <a:pt x="36" y="140"/>
                    </a:cubicBezTo>
                    <a:cubicBezTo>
                      <a:pt x="32" y="146"/>
                      <a:pt x="15" y="143"/>
                      <a:pt x="8" y="154"/>
                    </a:cubicBezTo>
                    <a:cubicBezTo>
                      <a:pt x="5" y="159"/>
                      <a:pt x="5" y="161"/>
                      <a:pt x="10" y="164"/>
                    </a:cubicBezTo>
                    <a:cubicBezTo>
                      <a:pt x="12" y="166"/>
                      <a:pt x="12" y="166"/>
                      <a:pt x="12" y="166"/>
                    </a:cubicBezTo>
                    <a:cubicBezTo>
                      <a:pt x="23" y="173"/>
                      <a:pt x="38" y="173"/>
                      <a:pt x="46" y="161"/>
                    </a:cubicBezTo>
                    <a:cubicBezTo>
                      <a:pt x="53" y="151"/>
                      <a:pt x="53" y="151"/>
                      <a:pt x="53" y="151"/>
                    </a:cubicBezTo>
                    <a:cubicBezTo>
                      <a:pt x="63" y="136"/>
                      <a:pt x="66" y="116"/>
                      <a:pt x="67" y="103"/>
                    </a:cubicBezTo>
                    <a:cubicBezTo>
                      <a:pt x="80" y="96"/>
                      <a:pt x="86" y="90"/>
                      <a:pt x="100" y="84"/>
                    </a:cubicBezTo>
                    <a:cubicBezTo>
                      <a:pt x="105" y="82"/>
                      <a:pt x="134" y="71"/>
                      <a:pt x="135" y="70"/>
                    </a:cubicBezTo>
                    <a:cubicBezTo>
                      <a:pt x="137" y="68"/>
                      <a:pt x="137" y="68"/>
                      <a:pt x="137" y="68"/>
                    </a:cubicBezTo>
                    <a:cubicBezTo>
                      <a:pt x="140" y="63"/>
                      <a:pt x="138" y="62"/>
                      <a:pt x="138" y="57"/>
                    </a:cubicBezTo>
                    <a:cubicBezTo>
                      <a:pt x="129" y="50"/>
                      <a:pt x="121" y="55"/>
                      <a:pt x="108" y="54"/>
                    </a:cubicBezTo>
                    <a:cubicBezTo>
                      <a:pt x="103" y="54"/>
                      <a:pt x="96" y="47"/>
                      <a:pt x="92" y="47"/>
                    </a:cubicBezTo>
                    <a:cubicBezTo>
                      <a:pt x="90" y="44"/>
                      <a:pt x="90" y="44"/>
                      <a:pt x="90" y="44"/>
                    </a:cubicBezTo>
                    <a:cubicBezTo>
                      <a:pt x="97" y="61"/>
                      <a:pt x="97" y="61"/>
                      <a:pt x="97" y="61"/>
                    </a:cubicBezTo>
                    <a:cubicBezTo>
                      <a:pt x="100" y="63"/>
                      <a:pt x="100" y="63"/>
                      <a:pt x="100" y="63"/>
                    </a:cubicBezTo>
                    <a:cubicBezTo>
                      <a:pt x="74" y="71"/>
                      <a:pt x="74" y="71"/>
                      <a:pt x="74" y="71"/>
                    </a:cubicBezTo>
                    <a:cubicBezTo>
                      <a:pt x="69" y="57"/>
                      <a:pt x="80" y="17"/>
                      <a:pt x="61" y="4"/>
                    </a:cubicBezTo>
                    <a:cubicBezTo>
                      <a:pt x="55" y="0"/>
                      <a:pt x="59" y="5"/>
                      <a:pt x="48" y="1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1" y="12"/>
                      <a:pt x="64" y="62"/>
                      <a:pt x="52" y="80"/>
                    </a:cubicBezTo>
                    <a:close/>
                    <a:moveTo>
                      <a:pt x="106" y="184"/>
                    </a:moveTo>
                    <a:cubicBezTo>
                      <a:pt x="102" y="181"/>
                      <a:pt x="99" y="167"/>
                      <a:pt x="94" y="161"/>
                    </a:cubicBezTo>
                    <a:cubicBezTo>
                      <a:pt x="89" y="154"/>
                      <a:pt x="79" y="147"/>
                      <a:pt x="73" y="140"/>
                    </a:cubicBezTo>
                    <a:cubicBezTo>
                      <a:pt x="72" y="132"/>
                      <a:pt x="74" y="124"/>
                      <a:pt x="88" y="126"/>
                    </a:cubicBezTo>
                    <a:cubicBezTo>
                      <a:pt x="105" y="136"/>
                      <a:pt x="104" y="128"/>
                      <a:pt x="120" y="145"/>
                    </a:cubicBezTo>
                    <a:cubicBezTo>
                      <a:pt x="127" y="152"/>
                      <a:pt x="139" y="168"/>
                      <a:pt x="134" y="175"/>
                    </a:cubicBezTo>
                    <a:cubicBezTo>
                      <a:pt x="128" y="184"/>
                      <a:pt x="124" y="185"/>
                      <a:pt x="117" y="191"/>
                    </a:cubicBezTo>
                    <a:lnTo>
                      <a:pt x="106" y="184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9" name="iSḷîḓê"/>
              <p:cNvSpPr/>
              <p:nvPr/>
            </p:nvSpPr>
            <p:spPr bwMode="auto">
              <a:xfrm>
                <a:off x="9128125" y="2794000"/>
                <a:ext cx="434975" cy="882650"/>
              </a:xfrm>
              <a:custGeom>
                <a:avLst/>
                <a:gdLst>
                  <a:gd name="T0" fmla="*/ 10 w 132"/>
                  <a:gd name="T1" fmla="*/ 53 h 266"/>
                  <a:gd name="T2" fmla="*/ 23 w 132"/>
                  <a:gd name="T3" fmla="*/ 79 h 266"/>
                  <a:gd name="T4" fmla="*/ 35 w 132"/>
                  <a:gd name="T5" fmla="*/ 78 h 266"/>
                  <a:gd name="T6" fmla="*/ 32 w 132"/>
                  <a:gd name="T7" fmla="*/ 30 h 266"/>
                  <a:gd name="T8" fmla="*/ 10 w 132"/>
                  <a:gd name="T9" fmla="*/ 53 h 266"/>
                  <a:gd name="T10" fmla="*/ 15 w 132"/>
                  <a:gd name="T11" fmla="*/ 185 h 266"/>
                  <a:gd name="T12" fmla="*/ 5 w 132"/>
                  <a:gd name="T13" fmla="*/ 165 h 266"/>
                  <a:gd name="T14" fmla="*/ 0 w 132"/>
                  <a:gd name="T15" fmla="*/ 146 h 266"/>
                  <a:gd name="T16" fmla="*/ 13 w 132"/>
                  <a:gd name="T17" fmla="*/ 139 h 266"/>
                  <a:gd name="T18" fmla="*/ 27 w 132"/>
                  <a:gd name="T19" fmla="*/ 127 h 266"/>
                  <a:gd name="T20" fmla="*/ 80 w 132"/>
                  <a:gd name="T21" fmla="*/ 81 h 266"/>
                  <a:gd name="T22" fmla="*/ 61 w 132"/>
                  <a:gd name="T23" fmla="*/ 82 h 266"/>
                  <a:gd name="T24" fmla="*/ 53 w 132"/>
                  <a:gd name="T25" fmla="*/ 53 h 266"/>
                  <a:gd name="T26" fmla="*/ 71 w 132"/>
                  <a:gd name="T27" fmla="*/ 61 h 266"/>
                  <a:gd name="T28" fmla="*/ 122 w 132"/>
                  <a:gd name="T29" fmla="*/ 54 h 266"/>
                  <a:gd name="T30" fmla="*/ 129 w 132"/>
                  <a:gd name="T31" fmla="*/ 77 h 266"/>
                  <a:gd name="T32" fmla="*/ 128 w 132"/>
                  <a:gd name="T33" fmla="*/ 79 h 266"/>
                  <a:gd name="T34" fmla="*/ 100 w 132"/>
                  <a:gd name="T35" fmla="*/ 88 h 266"/>
                  <a:gd name="T36" fmla="*/ 76 w 132"/>
                  <a:gd name="T37" fmla="*/ 103 h 266"/>
                  <a:gd name="T38" fmla="*/ 107 w 132"/>
                  <a:gd name="T39" fmla="*/ 112 h 266"/>
                  <a:gd name="T40" fmla="*/ 124 w 132"/>
                  <a:gd name="T41" fmla="*/ 141 h 266"/>
                  <a:gd name="T42" fmla="*/ 123 w 132"/>
                  <a:gd name="T43" fmla="*/ 143 h 266"/>
                  <a:gd name="T44" fmla="*/ 96 w 132"/>
                  <a:gd name="T45" fmla="*/ 156 h 266"/>
                  <a:gd name="T46" fmla="*/ 97 w 132"/>
                  <a:gd name="T47" fmla="*/ 170 h 266"/>
                  <a:gd name="T48" fmla="*/ 93 w 132"/>
                  <a:gd name="T49" fmla="*/ 176 h 266"/>
                  <a:gd name="T50" fmla="*/ 86 w 132"/>
                  <a:gd name="T51" fmla="*/ 200 h 266"/>
                  <a:gd name="T52" fmla="*/ 123 w 132"/>
                  <a:gd name="T53" fmla="*/ 193 h 266"/>
                  <a:gd name="T54" fmla="*/ 125 w 132"/>
                  <a:gd name="T55" fmla="*/ 194 h 266"/>
                  <a:gd name="T56" fmla="*/ 127 w 132"/>
                  <a:gd name="T57" fmla="*/ 211 h 266"/>
                  <a:gd name="T58" fmla="*/ 89 w 132"/>
                  <a:gd name="T59" fmla="*/ 224 h 266"/>
                  <a:gd name="T60" fmla="*/ 89 w 132"/>
                  <a:gd name="T61" fmla="*/ 248 h 266"/>
                  <a:gd name="T62" fmla="*/ 35 w 132"/>
                  <a:gd name="T63" fmla="*/ 257 h 266"/>
                  <a:gd name="T64" fmla="*/ 13 w 132"/>
                  <a:gd name="T65" fmla="*/ 231 h 266"/>
                  <a:gd name="T66" fmla="*/ 78 w 132"/>
                  <a:gd name="T67" fmla="*/ 223 h 266"/>
                  <a:gd name="T68" fmla="*/ 9 w 132"/>
                  <a:gd name="T69" fmla="*/ 217 h 266"/>
                  <a:gd name="T70" fmla="*/ 39 w 132"/>
                  <a:gd name="T71" fmla="*/ 206 h 266"/>
                  <a:gd name="T72" fmla="*/ 71 w 132"/>
                  <a:gd name="T73" fmla="*/ 202 h 266"/>
                  <a:gd name="T74" fmla="*/ 79 w 132"/>
                  <a:gd name="T75" fmla="*/ 168 h 266"/>
                  <a:gd name="T76" fmla="*/ 55 w 132"/>
                  <a:gd name="T77" fmla="*/ 171 h 266"/>
                  <a:gd name="T78" fmla="*/ 54 w 132"/>
                  <a:gd name="T79" fmla="*/ 163 h 266"/>
                  <a:gd name="T80" fmla="*/ 55 w 132"/>
                  <a:gd name="T81" fmla="*/ 161 h 266"/>
                  <a:gd name="T82" fmla="*/ 81 w 132"/>
                  <a:gd name="T83" fmla="*/ 151 h 266"/>
                  <a:gd name="T84" fmla="*/ 105 w 132"/>
                  <a:gd name="T85" fmla="*/ 136 h 266"/>
                  <a:gd name="T86" fmla="*/ 103 w 132"/>
                  <a:gd name="T87" fmla="*/ 126 h 266"/>
                  <a:gd name="T88" fmla="*/ 86 w 132"/>
                  <a:gd name="T89" fmla="*/ 120 h 266"/>
                  <a:gd name="T90" fmla="*/ 57 w 132"/>
                  <a:gd name="T91" fmla="*/ 130 h 266"/>
                  <a:gd name="T92" fmla="*/ 31 w 132"/>
                  <a:gd name="T93" fmla="*/ 150 h 266"/>
                  <a:gd name="T94" fmla="*/ 36 w 132"/>
                  <a:gd name="T95" fmla="*/ 186 h 266"/>
                  <a:gd name="T96" fmla="*/ 28 w 132"/>
                  <a:gd name="T97" fmla="*/ 190 h 266"/>
                  <a:gd name="T98" fmla="*/ 21 w 132"/>
                  <a:gd name="T99" fmla="*/ 183 h 266"/>
                  <a:gd name="T100" fmla="*/ 15 w 132"/>
                  <a:gd name="T101" fmla="*/ 185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32" h="266">
                    <a:moveTo>
                      <a:pt x="10" y="53"/>
                    </a:moveTo>
                    <a:cubicBezTo>
                      <a:pt x="11" y="60"/>
                      <a:pt x="15" y="75"/>
                      <a:pt x="23" y="79"/>
                    </a:cubicBezTo>
                    <a:cubicBezTo>
                      <a:pt x="29" y="82"/>
                      <a:pt x="31" y="80"/>
                      <a:pt x="35" y="78"/>
                    </a:cubicBezTo>
                    <a:cubicBezTo>
                      <a:pt x="40" y="61"/>
                      <a:pt x="37" y="46"/>
                      <a:pt x="32" y="30"/>
                    </a:cubicBezTo>
                    <a:cubicBezTo>
                      <a:pt x="24" y="0"/>
                      <a:pt x="18" y="39"/>
                      <a:pt x="10" y="53"/>
                    </a:cubicBezTo>
                    <a:close/>
                    <a:moveTo>
                      <a:pt x="15" y="185"/>
                    </a:moveTo>
                    <a:cubicBezTo>
                      <a:pt x="5" y="165"/>
                      <a:pt x="5" y="165"/>
                      <a:pt x="5" y="165"/>
                    </a:cubicBezTo>
                    <a:cubicBezTo>
                      <a:pt x="6" y="157"/>
                      <a:pt x="4" y="151"/>
                      <a:pt x="0" y="146"/>
                    </a:cubicBezTo>
                    <a:cubicBezTo>
                      <a:pt x="3" y="144"/>
                      <a:pt x="9" y="141"/>
                      <a:pt x="13" y="139"/>
                    </a:cubicBezTo>
                    <a:cubicBezTo>
                      <a:pt x="19" y="135"/>
                      <a:pt x="22" y="131"/>
                      <a:pt x="27" y="127"/>
                    </a:cubicBezTo>
                    <a:cubicBezTo>
                      <a:pt x="45" y="111"/>
                      <a:pt x="66" y="95"/>
                      <a:pt x="80" y="81"/>
                    </a:cubicBezTo>
                    <a:cubicBezTo>
                      <a:pt x="61" y="82"/>
                      <a:pt x="61" y="82"/>
                      <a:pt x="61" y="82"/>
                    </a:cubicBezTo>
                    <a:cubicBezTo>
                      <a:pt x="57" y="71"/>
                      <a:pt x="48" y="63"/>
                      <a:pt x="53" y="53"/>
                    </a:cubicBezTo>
                    <a:cubicBezTo>
                      <a:pt x="71" y="61"/>
                      <a:pt x="71" y="61"/>
                      <a:pt x="71" y="61"/>
                    </a:cubicBezTo>
                    <a:cubicBezTo>
                      <a:pt x="90" y="73"/>
                      <a:pt x="102" y="43"/>
                      <a:pt x="122" y="54"/>
                    </a:cubicBezTo>
                    <a:cubicBezTo>
                      <a:pt x="128" y="58"/>
                      <a:pt x="132" y="71"/>
                      <a:pt x="129" y="77"/>
                    </a:cubicBezTo>
                    <a:cubicBezTo>
                      <a:pt x="128" y="79"/>
                      <a:pt x="128" y="79"/>
                      <a:pt x="128" y="79"/>
                    </a:cubicBezTo>
                    <a:cubicBezTo>
                      <a:pt x="124" y="87"/>
                      <a:pt x="108" y="85"/>
                      <a:pt x="100" y="88"/>
                    </a:cubicBezTo>
                    <a:cubicBezTo>
                      <a:pt x="92" y="91"/>
                      <a:pt x="83" y="98"/>
                      <a:pt x="76" y="103"/>
                    </a:cubicBezTo>
                    <a:cubicBezTo>
                      <a:pt x="87" y="106"/>
                      <a:pt x="92" y="104"/>
                      <a:pt x="107" y="112"/>
                    </a:cubicBezTo>
                    <a:cubicBezTo>
                      <a:pt x="116" y="117"/>
                      <a:pt x="129" y="132"/>
                      <a:pt x="124" y="141"/>
                    </a:cubicBezTo>
                    <a:cubicBezTo>
                      <a:pt x="123" y="143"/>
                      <a:pt x="123" y="143"/>
                      <a:pt x="123" y="143"/>
                    </a:cubicBezTo>
                    <a:cubicBezTo>
                      <a:pt x="118" y="153"/>
                      <a:pt x="104" y="148"/>
                      <a:pt x="96" y="156"/>
                    </a:cubicBezTo>
                    <a:cubicBezTo>
                      <a:pt x="101" y="161"/>
                      <a:pt x="101" y="162"/>
                      <a:pt x="97" y="170"/>
                    </a:cubicBezTo>
                    <a:cubicBezTo>
                      <a:pt x="93" y="176"/>
                      <a:pt x="93" y="176"/>
                      <a:pt x="93" y="176"/>
                    </a:cubicBezTo>
                    <a:cubicBezTo>
                      <a:pt x="88" y="186"/>
                      <a:pt x="75" y="194"/>
                      <a:pt x="86" y="200"/>
                    </a:cubicBezTo>
                    <a:cubicBezTo>
                      <a:pt x="94" y="204"/>
                      <a:pt x="107" y="184"/>
                      <a:pt x="123" y="193"/>
                    </a:cubicBezTo>
                    <a:cubicBezTo>
                      <a:pt x="125" y="194"/>
                      <a:pt x="125" y="194"/>
                      <a:pt x="125" y="194"/>
                    </a:cubicBezTo>
                    <a:cubicBezTo>
                      <a:pt x="132" y="198"/>
                      <a:pt x="130" y="205"/>
                      <a:pt x="127" y="211"/>
                    </a:cubicBezTo>
                    <a:cubicBezTo>
                      <a:pt x="124" y="216"/>
                      <a:pt x="102" y="217"/>
                      <a:pt x="89" y="224"/>
                    </a:cubicBezTo>
                    <a:cubicBezTo>
                      <a:pt x="90" y="229"/>
                      <a:pt x="92" y="243"/>
                      <a:pt x="89" y="248"/>
                    </a:cubicBezTo>
                    <a:cubicBezTo>
                      <a:pt x="85" y="257"/>
                      <a:pt x="52" y="266"/>
                      <a:pt x="35" y="257"/>
                    </a:cubicBezTo>
                    <a:cubicBezTo>
                      <a:pt x="22" y="250"/>
                      <a:pt x="14" y="242"/>
                      <a:pt x="13" y="231"/>
                    </a:cubicBezTo>
                    <a:cubicBezTo>
                      <a:pt x="40" y="239"/>
                      <a:pt x="60" y="256"/>
                      <a:pt x="78" y="223"/>
                    </a:cubicBezTo>
                    <a:cubicBezTo>
                      <a:pt x="59" y="214"/>
                      <a:pt x="46" y="238"/>
                      <a:pt x="9" y="217"/>
                    </a:cubicBezTo>
                    <a:cubicBezTo>
                      <a:pt x="14" y="199"/>
                      <a:pt x="24" y="207"/>
                      <a:pt x="39" y="206"/>
                    </a:cubicBezTo>
                    <a:cubicBezTo>
                      <a:pt x="55" y="206"/>
                      <a:pt x="56" y="202"/>
                      <a:pt x="71" y="202"/>
                    </a:cubicBezTo>
                    <a:cubicBezTo>
                      <a:pt x="69" y="183"/>
                      <a:pt x="70" y="187"/>
                      <a:pt x="79" y="168"/>
                    </a:cubicBezTo>
                    <a:cubicBezTo>
                      <a:pt x="64" y="164"/>
                      <a:pt x="65" y="177"/>
                      <a:pt x="55" y="171"/>
                    </a:cubicBezTo>
                    <a:cubicBezTo>
                      <a:pt x="52" y="170"/>
                      <a:pt x="52" y="166"/>
                      <a:pt x="54" y="163"/>
                    </a:cubicBezTo>
                    <a:cubicBezTo>
                      <a:pt x="55" y="161"/>
                      <a:pt x="55" y="161"/>
                      <a:pt x="55" y="161"/>
                    </a:cubicBezTo>
                    <a:cubicBezTo>
                      <a:pt x="59" y="154"/>
                      <a:pt x="74" y="153"/>
                      <a:pt x="81" y="151"/>
                    </a:cubicBezTo>
                    <a:cubicBezTo>
                      <a:pt x="90" y="148"/>
                      <a:pt x="97" y="141"/>
                      <a:pt x="105" y="136"/>
                    </a:cubicBezTo>
                    <a:cubicBezTo>
                      <a:pt x="103" y="126"/>
                      <a:pt x="103" y="126"/>
                      <a:pt x="103" y="126"/>
                    </a:cubicBezTo>
                    <a:cubicBezTo>
                      <a:pt x="86" y="120"/>
                      <a:pt x="86" y="120"/>
                      <a:pt x="86" y="120"/>
                    </a:cubicBezTo>
                    <a:cubicBezTo>
                      <a:pt x="78" y="124"/>
                      <a:pt x="69" y="123"/>
                      <a:pt x="57" y="130"/>
                    </a:cubicBezTo>
                    <a:cubicBezTo>
                      <a:pt x="48" y="134"/>
                      <a:pt x="39" y="144"/>
                      <a:pt x="31" y="150"/>
                    </a:cubicBezTo>
                    <a:cubicBezTo>
                      <a:pt x="30" y="171"/>
                      <a:pt x="48" y="164"/>
                      <a:pt x="36" y="186"/>
                    </a:cubicBezTo>
                    <a:cubicBezTo>
                      <a:pt x="35" y="187"/>
                      <a:pt x="30" y="189"/>
                      <a:pt x="28" y="190"/>
                    </a:cubicBezTo>
                    <a:cubicBezTo>
                      <a:pt x="21" y="183"/>
                      <a:pt x="21" y="183"/>
                      <a:pt x="21" y="183"/>
                    </a:cubicBezTo>
                    <a:lnTo>
                      <a:pt x="15" y="185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81" name="ïṧlîdê"/>
            <p:cNvGrpSpPr/>
            <p:nvPr/>
          </p:nvGrpSpPr>
          <p:grpSpPr>
            <a:xfrm>
              <a:off x="3297965" y="3875131"/>
              <a:ext cx="7801548" cy="384358"/>
              <a:chOff x="4152900" y="3738563"/>
              <a:chExt cx="5413376" cy="266700"/>
            </a:xfrm>
          </p:grpSpPr>
          <p:sp>
            <p:nvSpPr>
              <p:cNvPr id="82" name="iṩľiďe"/>
              <p:cNvSpPr/>
              <p:nvPr/>
            </p:nvSpPr>
            <p:spPr bwMode="auto">
              <a:xfrm>
                <a:off x="4152900" y="3743325"/>
                <a:ext cx="177800" cy="201613"/>
              </a:xfrm>
              <a:custGeom>
                <a:avLst/>
                <a:gdLst>
                  <a:gd name="T0" fmla="*/ 0 w 54"/>
                  <a:gd name="T1" fmla="*/ 0 h 61"/>
                  <a:gd name="T2" fmla="*/ 27 w 54"/>
                  <a:gd name="T3" fmla="*/ 0 h 61"/>
                  <a:gd name="T4" fmla="*/ 27 w 54"/>
                  <a:gd name="T5" fmla="*/ 2 h 61"/>
                  <a:gd name="T6" fmla="*/ 26 w 54"/>
                  <a:gd name="T7" fmla="*/ 2 h 61"/>
                  <a:gd name="T8" fmla="*/ 22 w 54"/>
                  <a:gd name="T9" fmla="*/ 3 h 61"/>
                  <a:gd name="T10" fmla="*/ 20 w 54"/>
                  <a:gd name="T11" fmla="*/ 5 h 61"/>
                  <a:gd name="T12" fmla="*/ 20 w 54"/>
                  <a:gd name="T13" fmla="*/ 11 h 61"/>
                  <a:gd name="T14" fmla="*/ 20 w 54"/>
                  <a:gd name="T15" fmla="*/ 40 h 61"/>
                  <a:gd name="T16" fmla="*/ 21 w 54"/>
                  <a:gd name="T17" fmla="*/ 51 h 61"/>
                  <a:gd name="T18" fmla="*/ 24 w 54"/>
                  <a:gd name="T19" fmla="*/ 55 h 61"/>
                  <a:gd name="T20" fmla="*/ 30 w 54"/>
                  <a:gd name="T21" fmla="*/ 57 h 61"/>
                  <a:gd name="T22" fmla="*/ 38 w 54"/>
                  <a:gd name="T23" fmla="*/ 55 h 61"/>
                  <a:gd name="T24" fmla="*/ 42 w 54"/>
                  <a:gd name="T25" fmla="*/ 49 h 61"/>
                  <a:gd name="T26" fmla="*/ 44 w 54"/>
                  <a:gd name="T27" fmla="*/ 35 h 61"/>
                  <a:gd name="T28" fmla="*/ 44 w 54"/>
                  <a:gd name="T29" fmla="*/ 11 h 61"/>
                  <a:gd name="T30" fmla="*/ 43 w 54"/>
                  <a:gd name="T31" fmla="*/ 5 h 61"/>
                  <a:gd name="T32" fmla="*/ 41 w 54"/>
                  <a:gd name="T33" fmla="*/ 3 h 61"/>
                  <a:gd name="T34" fmla="*/ 36 w 54"/>
                  <a:gd name="T35" fmla="*/ 2 h 61"/>
                  <a:gd name="T36" fmla="*/ 36 w 54"/>
                  <a:gd name="T37" fmla="*/ 0 h 61"/>
                  <a:gd name="T38" fmla="*/ 54 w 54"/>
                  <a:gd name="T39" fmla="*/ 0 h 61"/>
                  <a:gd name="T40" fmla="*/ 54 w 54"/>
                  <a:gd name="T41" fmla="*/ 2 h 61"/>
                  <a:gd name="T42" fmla="*/ 53 w 54"/>
                  <a:gd name="T43" fmla="*/ 2 h 61"/>
                  <a:gd name="T44" fmla="*/ 50 w 54"/>
                  <a:gd name="T45" fmla="*/ 3 h 61"/>
                  <a:gd name="T46" fmla="*/ 47 w 54"/>
                  <a:gd name="T47" fmla="*/ 6 h 61"/>
                  <a:gd name="T48" fmla="*/ 47 w 54"/>
                  <a:gd name="T49" fmla="*/ 11 h 61"/>
                  <a:gd name="T50" fmla="*/ 47 w 54"/>
                  <a:gd name="T51" fmla="*/ 34 h 61"/>
                  <a:gd name="T52" fmla="*/ 46 w 54"/>
                  <a:gd name="T53" fmla="*/ 49 h 61"/>
                  <a:gd name="T54" fmla="*/ 40 w 54"/>
                  <a:gd name="T55" fmla="*/ 57 h 61"/>
                  <a:gd name="T56" fmla="*/ 27 w 54"/>
                  <a:gd name="T57" fmla="*/ 61 h 61"/>
                  <a:gd name="T58" fmla="*/ 16 w 54"/>
                  <a:gd name="T59" fmla="*/ 59 h 61"/>
                  <a:gd name="T60" fmla="*/ 9 w 54"/>
                  <a:gd name="T61" fmla="*/ 52 h 61"/>
                  <a:gd name="T62" fmla="*/ 7 w 54"/>
                  <a:gd name="T63" fmla="*/ 40 h 61"/>
                  <a:gd name="T64" fmla="*/ 7 w 54"/>
                  <a:gd name="T65" fmla="*/ 11 h 61"/>
                  <a:gd name="T66" fmla="*/ 7 w 54"/>
                  <a:gd name="T67" fmla="*/ 5 h 61"/>
                  <a:gd name="T68" fmla="*/ 5 w 54"/>
                  <a:gd name="T69" fmla="*/ 3 h 61"/>
                  <a:gd name="T70" fmla="*/ 0 w 54"/>
                  <a:gd name="T71" fmla="*/ 2 h 61"/>
                  <a:gd name="T72" fmla="*/ 0 w 54"/>
                  <a:gd name="T73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4" h="61">
                    <a:moveTo>
                      <a:pt x="0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4" y="2"/>
                      <a:pt x="23" y="2"/>
                      <a:pt x="22" y="3"/>
                    </a:cubicBezTo>
                    <a:cubicBezTo>
                      <a:pt x="21" y="3"/>
                      <a:pt x="21" y="4"/>
                      <a:pt x="20" y="5"/>
                    </a:cubicBezTo>
                    <a:cubicBezTo>
                      <a:pt x="20" y="6"/>
                      <a:pt x="20" y="8"/>
                      <a:pt x="20" y="11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45"/>
                      <a:pt x="20" y="49"/>
                      <a:pt x="21" y="51"/>
                    </a:cubicBezTo>
                    <a:cubicBezTo>
                      <a:pt x="21" y="52"/>
                      <a:pt x="23" y="54"/>
                      <a:pt x="24" y="55"/>
                    </a:cubicBezTo>
                    <a:cubicBezTo>
                      <a:pt x="26" y="56"/>
                      <a:pt x="28" y="57"/>
                      <a:pt x="30" y="57"/>
                    </a:cubicBezTo>
                    <a:cubicBezTo>
                      <a:pt x="33" y="57"/>
                      <a:pt x="36" y="56"/>
                      <a:pt x="38" y="55"/>
                    </a:cubicBezTo>
                    <a:cubicBezTo>
                      <a:pt x="40" y="53"/>
                      <a:pt x="41" y="51"/>
                      <a:pt x="42" y="49"/>
                    </a:cubicBezTo>
                    <a:cubicBezTo>
                      <a:pt x="43" y="46"/>
                      <a:pt x="44" y="42"/>
                      <a:pt x="44" y="35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4" y="8"/>
                      <a:pt x="43" y="6"/>
                      <a:pt x="43" y="5"/>
                    </a:cubicBezTo>
                    <a:cubicBezTo>
                      <a:pt x="42" y="4"/>
                      <a:pt x="42" y="3"/>
                      <a:pt x="41" y="3"/>
                    </a:cubicBezTo>
                    <a:cubicBezTo>
                      <a:pt x="40" y="2"/>
                      <a:pt x="38" y="2"/>
                      <a:pt x="36" y="2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4" y="2"/>
                      <a:pt x="54" y="2"/>
                      <a:pt x="54" y="2"/>
                    </a:cubicBezTo>
                    <a:cubicBezTo>
                      <a:pt x="53" y="2"/>
                      <a:pt x="53" y="2"/>
                      <a:pt x="53" y="2"/>
                    </a:cubicBezTo>
                    <a:cubicBezTo>
                      <a:pt x="52" y="2"/>
                      <a:pt x="51" y="2"/>
                      <a:pt x="50" y="3"/>
                    </a:cubicBezTo>
                    <a:cubicBezTo>
                      <a:pt x="49" y="4"/>
                      <a:pt x="48" y="5"/>
                      <a:pt x="47" y="6"/>
                    </a:cubicBezTo>
                    <a:cubicBezTo>
                      <a:pt x="47" y="7"/>
                      <a:pt x="47" y="9"/>
                      <a:pt x="47" y="11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41"/>
                      <a:pt x="47" y="46"/>
                      <a:pt x="46" y="49"/>
                    </a:cubicBezTo>
                    <a:cubicBezTo>
                      <a:pt x="45" y="52"/>
                      <a:pt x="43" y="55"/>
                      <a:pt x="40" y="57"/>
                    </a:cubicBezTo>
                    <a:cubicBezTo>
                      <a:pt x="37" y="60"/>
                      <a:pt x="32" y="61"/>
                      <a:pt x="27" y="61"/>
                    </a:cubicBezTo>
                    <a:cubicBezTo>
                      <a:pt x="22" y="61"/>
                      <a:pt x="19" y="61"/>
                      <a:pt x="16" y="59"/>
                    </a:cubicBezTo>
                    <a:cubicBezTo>
                      <a:pt x="13" y="57"/>
                      <a:pt x="11" y="55"/>
                      <a:pt x="9" y="52"/>
                    </a:cubicBezTo>
                    <a:cubicBezTo>
                      <a:pt x="8" y="49"/>
                      <a:pt x="7" y="45"/>
                      <a:pt x="7" y="40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7" y="5"/>
                    </a:cubicBezTo>
                    <a:cubicBezTo>
                      <a:pt x="6" y="4"/>
                      <a:pt x="6" y="3"/>
                      <a:pt x="5" y="3"/>
                    </a:cubicBezTo>
                    <a:cubicBezTo>
                      <a:pt x="4" y="2"/>
                      <a:pt x="2" y="2"/>
                      <a:pt x="0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3" name="iṡḻiḍé"/>
              <p:cNvSpPr/>
              <p:nvPr/>
            </p:nvSpPr>
            <p:spPr bwMode="auto">
              <a:xfrm>
                <a:off x="4354513" y="3802063"/>
                <a:ext cx="128588" cy="139700"/>
              </a:xfrm>
              <a:custGeom>
                <a:avLst/>
                <a:gdLst>
                  <a:gd name="T0" fmla="*/ 15 w 39"/>
                  <a:gd name="T1" fmla="*/ 1 h 42"/>
                  <a:gd name="T2" fmla="*/ 15 w 39"/>
                  <a:gd name="T3" fmla="*/ 6 h 42"/>
                  <a:gd name="T4" fmla="*/ 20 w 39"/>
                  <a:gd name="T5" fmla="*/ 1 h 42"/>
                  <a:gd name="T6" fmla="*/ 25 w 39"/>
                  <a:gd name="T7" fmla="*/ 0 h 42"/>
                  <a:gd name="T8" fmla="*/ 31 w 39"/>
                  <a:gd name="T9" fmla="*/ 2 h 42"/>
                  <a:gd name="T10" fmla="*/ 34 w 39"/>
                  <a:gd name="T11" fmla="*/ 7 h 42"/>
                  <a:gd name="T12" fmla="*/ 35 w 39"/>
                  <a:gd name="T13" fmla="*/ 17 h 42"/>
                  <a:gd name="T14" fmla="*/ 35 w 39"/>
                  <a:gd name="T15" fmla="*/ 33 h 42"/>
                  <a:gd name="T16" fmla="*/ 36 w 39"/>
                  <a:gd name="T17" fmla="*/ 39 h 42"/>
                  <a:gd name="T18" fmla="*/ 39 w 39"/>
                  <a:gd name="T19" fmla="*/ 40 h 42"/>
                  <a:gd name="T20" fmla="*/ 39 w 39"/>
                  <a:gd name="T21" fmla="*/ 42 h 42"/>
                  <a:gd name="T22" fmla="*/ 21 w 39"/>
                  <a:gd name="T23" fmla="*/ 42 h 42"/>
                  <a:gd name="T24" fmla="*/ 21 w 39"/>
                  <a:gd name="T25" fmla="*/ 40 h 42"/>
                  <a:gd name="T26" fmla="*/ 24 w 39"/>
                  <a:gd name="T27" fmla="*/ 38 h 42"/>
                  <a:gd name="T28" fmla="*/ 24 w 39"/>
                  <a:gd name="T29" fmla="*/ 33 h 42"/>
                  <a:gd name="T30" fmla="*/ 24 w 39"/>
                  <a:gd name="T31" fmla="*/ 15 h 42"/>
                  <a:gd name="T32" fmla="*/ 24 w 39"/>
                  <a:gd name="T33" fmla="*/ 8 h 42"/>
                  <a:gd name="T34" fmla="*/ 23 w 39"/>
                  <a:gd name="T35" fmla="*/ 6 h 42"/>
                  <a:gd name="T36" fmla="*/ 21 w 39"/>
                  <a:gd name="T37" fmla="*/ 6 h 42"/>
                  <a:gd name="T38" fmla="*/ 15 w 39"/>
                  <a:gd name="T39" fmla="*/ 11 h 42"/>
                  <a:gd name="T40" fmla="*/ 15 w 39"/>
                  <a:gd name="T41" fmla="*/ 33 h 42"/>
                  <a:gd name="T42" fmla="*/ 15 w 39"/>
                  <a:gd name="T43" fmla="*/ 39 h 42"/>
                  <a:gd name="T44" fmla="*/ 18 w 39"/>
                  <a:gd name="T45" fmla="*/ 40 h 42"/>
                  <a:gd name="T46" fmla="*/ 18 w 39"/>
                  <a:gd name="T47" fmla="*/ 42 h 42"/>
                  <a:gd name="T48" fmla="*/ 0 w 39"/>
                  <a:gd name="T49" fmla="*/ 42 h 42"/>
                  <a:gd name="T50" fmla="*/ 0 w 39"/>
                  <a:gd name="T51" fmla="*/ 40 h 42"/>
                  <a:gd name="T52" fmla="*/ 3 w 39"/>
                  <a:gd name="T53" fmla="*/ 39 h 42"/>
                  <a:gd name="T54" fmla="*/ 4 w 39"/>
                  <a:gd name="T55" fmla="*/ 33 h 42"/>
                  <a:gd name="T56" fmla="*/ 4 w 39"/>
                  <a:gd name="T57" fmla="*/ 10 h 42"/>
                  <a:gd name="T58" fmla="*/ 3 w 39"/>
                  <a:gd name="T59" fmla="*/ 4 h 42"/>
                  <a:gd name="T60" fmla="*/ 0 w 39"/>
                  <a:gd name="T61" fmla="*/ 2 h 42"/>
                  <a:gd name="T62" fmla="*/ 0 w 39"/>
                  <a:gd name="T63" fmla="*/ 1 h 42"/>
                  <a:gd name="T64" fmla="*/ 15 w 39"/>
                  <a:gd name="T65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2">
                    <a:moveTo>
                      <a:pt x="15" y="1"/>
                    </a:moveTo>
                    <a:cubicBezTo>
                      <a:pt x="15" y="6"/>
                      <a:pt x="15" y="6"/>
                      <a:pt x="15" y="6"/>
                    </a:cubicBezTo>
                    <a:cubicBezTo>
                      <a:pt x="17" y="4"/>
                      <a:pt x="18" y="2"/>
                      <a:pt x="20" y="1"/>
                    </a:cubicBezTo>
                    <a:cubicBezTo>
                      <a:pt x="22" y="0"/>
                      <a:pt x="24" y="0"/>
                      <a:pt x="25" y="0"/>
                    </a:cubicBezTo>
                    <a:cubicBezTo>
                      <a:pt x="28" y="0"/>
                      <a:pt x="30" y="0"/>
                      <a:pt x="31" y="2"/>
                    </a:cubicBezTo>
                    <a:cubicBezTo>
                      <a:pt x="33" y="3"/>
                      <a:pt x="34" y="5"/>
                      <a:pt x="34" y="7"/>
                    </a:cubicBezTo>
                    <a:cubicBezTo>
                      <a:pt x="35" y="9"/>
                      <a:pt x="35" y="12"/>
                      <a:pt x="35" y="17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6"/>
                      <a:pt x="35" y="38"/>
                      <a:pt x="36" y="39"/>
                    </a:cubicBezTo>
                    <a:cubicBezTo>
                      <a:pt x="36" y="40"/>
                      <a:pt x="37" y="40"/>
                      <a:pt x="39" y="40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21" y="42"/>
                      <a:pt x="21" y="42"/>
                      <a:pt x="21" y="42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2" y="40"/>
                      <a:pt x="23" y="39"/>
                      <a:pt x="24" y="38"/>
                    </a:cubicBezTo>
                    <a:cubicBezTo>
                      <a:pt x="24" y="38"/>
                      <a:pt x="24" y="36"/>
                      <a:pt x="24" y="33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1"/>
                      <a:pt x="24" y="9"/>
                      <a:pt x="24" y="8"/>
                    </a:cubicBezTo>
                    <a:cubicBezTo>
                      <a:pt x="24" y="7"/>
                      <a:pt x="23" y="7"/>
                      <a:pt x="23" y="6"/>
                    </a:cubicBezTo>
                    <a:cubicBezTo>
                      <a:pt x="22" y="6"/>
                      <a:pt x="22" y="6"/>
                      <a:pt x="21" y="6"/>
                    </a:cubicBezTo>
                    <a:cubicBezTo>
                      <a:pt x="19" y="6"/>
                      <a:pt x="17" y="7"/>
                      <a:pt x="15" y="11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5" y="36"/>
                      <a:pt x="15" y="38"/>
                      <a:pt x="15" y="39"/>
                    </a:cubicBezTo>
                    <a:cubicBezTo>
                      <a:pt x="16" y="40"/>
                      <a:pt x="17" y="40"/>
                      <a:pt x="18" y="40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0"/>
                      <a:pt x="2" y="39"/>
                      <a:pt x="3" y="39"/>
                    </a:cubicBezTo>
                    <a:cubicBezTo>
                      <a:pt x="4" y="38"/>
                      <a:pt x="4" y="36"/>
                      <a:pt x="4" y="33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4" y="5"/>
                      <a:pt x="3" y="4"/>
                    </a:cubicBezTo>
                    <a:cubicBezTo>
                      <a:pt x="3" y="3"/>
                      <a:pt x="1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4" name="íṩ1íďè"/>
              <p:cNvSpPr/>
              <p:nvPr/>
            </p:nvSpPr>
            <p:spPr bwMode="auto">
              <a:xfrm>
                <a:off x="4502150" y="3738563"/>
                <a:ext cx="66675" cy="203200"/>
              </a:xfrm>
              <a:custGeom>
                <a:avLst/>
                <a:gdLst>
                  <a:gd name="T0" fmla="*/ 10 w 20"/>
                  <a:gd name="T1" fmla="*/ 0 h 61"/>
                  <a:gd name="T2" fmla="*/ 14 w 20"/>
                  <a:gd name="T3" fmla="*/ 2 h 61"/>
                  <a:gd name="T4" fmla="*/ 16 w 20"/>
                  <a:gd name="T5" fmla="*/ 7 h 61"/>
                  <a:gd name="T6" fmla="*/ 14 w 20"/>
                  <a:gd name="T7" fmla="*/ 12 h 61"/>
                  <a:gd name="T8" fmla="*/ 10 w 20"/>
                  <a:gd name="T9" fmla="*/ 14 h 61"/>
                  <a:gd name="T10" fmla="*/ 6 w 20"/>
                  <a:gd name="T11" fmla="*/ 12 h 61"/>
                  <a:gd name="T12" fmla="*/ 4 w 20"/>
                  <a:gd name="T13" fmla="*/ 7 h 61"/>
                  <a:gd name="T14" fmla="*/ 6 w 20"/>
                  <a:gd name="T15" fmla="*/ 2 h 61"/>
                  <a:gd name="T16" fmla="*/ 10 w 20"/>
                  <a:gd name="T17" fmla="*/ 0 h 61"/>
                  <a:gd name="T18" fmla="*/ 16 w 20"/>
                  <a:gd name="T19" fmla="*/ 20 h 61"/>
                  <a:gd name="T20" fmla="*/ 16 w 20"/>
                  <a:gd name="T21" fmla="*/ 52 h 61"/>
                  <a:gd name="T22" fmla="*/ 16 w 20"/>
                  <a:gd name="T23" fmla="*/ 58 h 61"/>
                  <a:gd name="T24" fmla="*/ 20 w 20"/>
                  <a:gd name="T25" fmla="*/ 59 h 61"/>
                  <a:gd name="T26" fmla="*/ 20 w 20"/>
                  <a:gd name="T27" fmla="*/ 61 h 61"/>
                  <a:gd name="T28" fmla="*/ 0 w 20"/>
                  <a:gd name="T29" fmla="*/ 61 h 61"/>
                  <a:gd name="T30" fmla="*/ 0 w 20"/>
                  <a:gd name="T31" fmla="*/ 59 h 61"/>
                  <a:gd name="T32" fmla="*/ 4 w 20"/>
                  <a:gd name="T33" fmla="*/ 58 h 61"/>
                  <a:gd name="T34" fmla="*/ 5 w 20"/>
                  <a:gd name="T35" fmla="*/ 52 h 61"/>
                  <a:gd name="T36" fmla="*/ 5 w 20"/>
                  <a:gd name="T37" fmla="*/ 28 h 61"/>
                  <a:gd name="T38" fmla="*/ 4 w 20"/>
                  <a:gd name="T39" fmla="*/ 23 h 61"/>
                  <a:gd name="T40" fmla="*/ 0 w 20"/>
                  <a:gd name="T41" fmla="*/ 21 h 61"/>
                  <a:gd name="T42" fmla="*/ 0 w 20"/>
                  <a:gd name="T43" fmla="*/ 20 h 61"/>
                  <a:gd name="T44" fmla="*/ 16 w 20"/>
                  <a:gd name="T45" fmla="*/ 2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0" h="61">
                    <a:moveTo>
                      <a:pt x="10" y="0"/>
                    </a:moveTo>
                    <a:cubicBezTo>
                      <a:pt x="12" y="0"/>
                      <a:pt x="13" y="1"/>
                      <a:pt x="14" y="2"/>
                    </a:cubicBezTo>
                    <a:cubicBezTo>
                      <a:pt x="16" y="3"/>
                      <a:pt x="16" y="5"/>
                      <a:pt x="16" y="7"/>
                    </a:cubicBezTo>
                    <a:cubicBezTo>
                      <a:pt x="16" y="9"/>
                      <a:pt x="16" y="10"/>
                      <a:pt x="14" y="12"/>
                    </a:cubicBezTo>
                    <a:cubicBezTo>
                      <a:pt x="13" y="13"/>
                      <a:pt x="12" y="14"/>
                      <a:pt x="10" y="14"/>
                    </a:cubicBezTo>
                    <a:cubicBezTo>
                      <a:pt x="9" y="14"/>
                      <a:pt x="7" y="13"/>
                      <a:pt x="6" y="12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3"/>
                      <a:pt x="6" y="2"/>
                    </a:cubicBezTo>
                    <a:cubicBezTo>
                      <a:pt x="7" y="1"/>
                      <a:pt x="9" y="0"/>
                      <a:pt x="10" y="0"/>
                    </a:cubicBezTo>
                    <a:close/>
                    <a:moveTo>
                      <a:pt x="16" y="20"/>
                    </a:moveTo>
                    <a:cubicBezTo>
                      <a:pt x="16" y="52"/>
                      <a:pt x="16" y="52"/>
                      <a:pt x="16" y="52"/>
                    </a:cubicBezTo>
                    <a:cubicBezTo>
                      <a:pt x="16" y="55"/>
                      <a:pt x="16" y="57"/>
                      <a:pt x="16" y="58"/>
                    </a:cubicBezTo>
                    <a:cubicBezTo>
                      <a:pt x="17" y="59"/>
                      <a:pt x="18" y="59"/>
                      <a:pt x="20" y="59"/>
                    </a:cubicBezTo>
                    <a:cubicBezTo>
                      <a:pt x="20" y="61"/>
                      <a:pt x="20" y="61"/>
                      <a:pt x="20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2" y="59"/>
                      <a:pt x="3" y="59"/>
                      <a:pt x="4" y="58"/>
                    </a:cubicBezTo>
                    <a:cubicBezTo>
                      <a:pt x="4" y="57"/>
                      <a:pt x="5" y="55"/>
                      <a:pt x="5" y="52"/>
                    </a:cubicBezTo>
                    <a:cubicBezTo>
                      <a:pt x="5" y="28"/>
                      <a:pt x="5" y="28"/>
                      <a:pt x="5" y="28"/>
                    </a:cubicBezTo>
                    <a:cubicBezTo>
                      <a:pt x="5" y="25"/>
                      <a:pt x="4" y="24"/>
                      <a:pt x="4" y="23"/>
                    </a:cubicBezTo>
                    <a:cubicBezTo>
                      <a:pt x="3" y="22"/>
                      <a:pt x="2" y="22"/>
                      <a:pt x="0" y="21"/>
                    </a:cubicBezTo>
                    <a:cubicBezTo>
                      <a:pt x="0" y="20"/>
                      <a:pt x="0" y="20"/>
                      <a:pt x="0" y="20"/>
                    </a:cubicBezTo>
                    <a:lnTo>
                      <a:pt x="16" y="2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5" name="îŝľïḋé"/>
              <p:cNvSpPr/>
              <p:nvPr/>
            </p:nvSpPr>
            <p:spPr bwMode="auto">
              <a:xfrm>
                <a:off x="4581525" y="3805238"/>
                <a:ext cx="125413" cy="139700"/>
              </a:xfrm>
              <a:custGeom>
                <a:avLst/>
                <a:gdLst>
                  <a:gd name="T0" fmla="*/ 18 w 38"/>
                  <a:gd name="T1" fmla="*/ 42 h 42"/>
                  <a:gd name="T2" fmla="*/ 6 w 38"/>
                  <a:gd name="T3" fmla="*/ 10 h 42"/>
                  <a:gd name="T4" fmla="*/ 3 w 38"/>
                  <a:gd name="T5" fmla="*/ 3 h 42"/>
                  <a:gd name="T6" fmla="*/ 0 w 38"/>
                  <a:gd name="T7" fmla="*/ 1 h 42"/>
                  <a:gd name="T8" fmla="*/ 0 w 38"/>
                  <a:gd name="T9" fmla="*/ 0 h 42"/>
                  <a:gd name="T10" fmla="*/ 19 w 38"/>
                  <a:gd name="T11" fmla="*/ 0 h 42"/>
                  <a:gd name="T12" fmla="*/ 19 w 38"/>
                  <a:gd name="T13" fmla="*/ 1 h 42"/>
                  <a:gd name="T14" fmla="*/ 17 w 38"/>
                  <a:gd name="T15" fmla="*/ 2 h 42"/>
                  <a:gd name="T16" fmla="*/ 16 w 38"/>
                  <a:gd name="T17" fmla="*/ 4 h 42"/>
                  <a:gd name="T18" fmla="*/ 18 w 38"/>
                  <a:gd name="T19" fmla="*/ 11 h 42"/>
                  <a:gd name="T20" fmla="*/ 24 w 38"/>
                  <a:gd name="T21" fmla="*/ 26 h 42"/>
                  <a:gd name="T22" fmla="*/ 28 w 38"/>
                  <a:gd name="T23" fmla="*/ 13 h 42"/>
                  <a:gd name="T24" fmla="*/ 30 w 38"/>
                  <a:gd name="T25" fmla="*/ 5 h 42"/>
                  <a:gd name="T26" fmla="*/ 30 w 38"/>
                  <a:gd name="T27" fmla="*/ 2 h 42"/>
                  <a:gd name="T28" fmla="*/ 26 w 38"/>
                  <a:gd name="T29" fmla="*/ 1 h 42"/>
                  <a:gd name="T30" fmla="*/ 26 w 38"/>
                  <a:gd name="T31" fmla="*/ 0 h 42"/>
                  <a:gd name="T32" fmla="*/ 38 w 38"/>
                  <a:gd name="T33" fmla="*/ 0 h 42"/>
                  <a:gd name="T34" fmla="*/ 38 w 38"/>
                  <a:gd name="T35" fmla="*/ 1 h 42"/>
                  <a:gd name="T36" fmla="*/ 35 w 38"/>
                  <a:gd name="T37" fmla="*/ 3 h 42"/>
                  <a:gd name="T38" fmla="*/ 32 w 38"/>
                  <a:gd name="T39" fmla="*/ 10 h 42"/>
                  <a:gd name="T40" fmla="*/ 20 w 38"/>
                  <a:gd name="T41" fmla="*/ 42 h 42"/>
                  <a:gd name="T42" fmla="*/ 18 w 38"/>
                  <a:gd name="T43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8" h="42">
                    <a:moveTo>
                      <a:pt x="18" y="42"/>
                    </a:moveTo>
                    <a:cubicBezTo>
                      <a:pt x="6" y="10"/>
                      <a:pt x="6" y="10"/>
                      <a:pt x="6" y="10"/>
                    </a:cubicBezTo>
                    <a:cubicBezTo>
                      <a:pt x="5" y="6"/>
                      <a:pt x="4" y="4"/>
                      <a:pt x="3" y="3"/>
                    </a:cubicBezTo>
                    <a:cubicBezTo>
                      <a:pt x="2" y="2"/>
                      <a:pt x="1" y="2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8" y="1"/>
                      <a:pt x="17" y="2"/>
                      <a:pt x="17" y="2"/>
                    </a:cubicBezTo>
                    <a:cubicBezTo>
                      <a:pt x="16" y="3"/>
                      <a:pt x="16" y="4"/>
                      <a:pt x="16" y="4"/>
                    </a:cubicBezTo>
                    <a:cubicBezTo>
                      <a:pt x="16" y="6"/>
                      <a:pt x="16" y="8"/>
                      <a:pt x="18" y="11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30" y="9"/>
                      <a:pt x="30" y="6"/>
                      <a:pt x="30" y="5"/>
                    </a:cubicBezTo>
                    <a:cubicBezTo>
                      <a:pt x="30" y="4"/>
                      <a:pt x="30" y="3"/>
                      <a:pt x="30" y="2"/>
                    </a:cubicBezTo>
                    <a:cubicBezTo>
                      <a:pt x="29" y="2"/>
                      <a:pt x="28" y="1"/>
                      <a:pt x="26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1"/>
                      <a:pt x="38" y="1"/>
                      <a:pt x="38" y="1"/>
                    </a:cubicBezTo>
                    <a:cubicBezTo>
                      <a:pt x="37" y="2"/>
                      <a:pt x="36" y="2"/>
                      <a:pt x="35" y="3"/>
                    </a:cubicBezTo>
                    <a:cubicBezTo>
                      <a:pt x="35" y="4"/>
                      <a:pt x="34" y="6"/>
                      <a:pt x="32" y="10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18" y="42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6" name="isļîďe"/>
              <p:cNvSpPr/>
              <p:nvPr/>
            </p:nvSpPr>
            <p:spPr bwMode="auto">
              <a:xfrm>
                <a:off x="4730750" y="3802063"/>
                <a:ext cx="98425" cy="142875"/>
              </a:xfrm>
              <a:custGeom>
                <a:avLst/>
                <a:gdLst>
                  <a:gd name="T0" fmla="*/ 30 w 30"/>
                  <a:gd name="T1" fmla="*/ 20 h 43"/>
                  <a:gd name="T2" fmla="*/ 10 w 30"/>
                  <a:gd name="T3" fmla="*/ 20 h 43"/>
                  <a:gd name="T4" fmla="*/ 14 w 30"/>
                  <a:gd name="T5" fmla="*/ 33 h 43"/>
                  <a:gd name="T6" fmla="*/ 20 w 30"/>
                  <a:gd name="T7" fmla="*/ 36 h 43"/>
                  <a:gd name="T8" fmla="*/ 24 w 30"/>
                  <a:gd name="T9" fmla="*/ 35 h 43"/>
                  <a:gd name="T10" fmla="*/ 29 w 30"/>
                  <a:gd name="T11" fmla="*/ 30 h 43"/>
                  <a:gd name="T12" fmla="*/ 30 w 30"/>
                  <a:gd name="T13" fmla="*/ 31 h 43"/>
                  <a:gd name="T14" fmla="*/ 23 w 30"/>
                  <a:gd name="T15" fmla="*/ 40 h 43"/>
                  <a:gd name="T16" fmla="*/ 15 w 30"/>
                  <a:gd name="T17" fmla="*/ 43 h 43"/>
                  <a:gd name="T18" fmla="*/ 3 w 30"/>
                  <a:gd name="T19" fmla="*/ 36 h 43"/>
                  <a:gd name="T20" fmla="*/ 0 w 30"/>
                  <a:gd name="T21" fmla="*/ 22 h 43"/>
                  <a:gd name="T22" fmla="*/ 4 w 30"/>
                  <a:gd name="T23" fmla="*/ 6 h 43"/>
                  <a:gd name="T24" fmla="*/ 16 w 30"/>
                  <a:gd name="T25" fmla="*/ 0 h 43"/>
                  <a:gd name="T26" fmla="*/ 25 w 30"/>
                  <a:gd name="T27" fmla="*/ 5 h 43"/>
                  <a:gd name="T28" fmla="*/ 30 w 30"/>
                  <a:gd name="T29" fmla="*/ 20 h 43"/>
                  <a:gd name="T30" fmla="*/ 20 w 30"/>
                  <a:gd name="T31" fmla="*/ 17 h 43"/>
                  <a:gd name="T32" fmla="*/ 20 w 30"/>
                  <a:gd name="T33" fmla="*/ 7 h 43"/>
                  <a:gd name="T34" fmla="*/ 18 w 30"/>
                  <a:gd name="T35" fmla="*/ 3 h 43"/>
                  <a:gd name="T36" fmla="*/ 15 w 30"/>
                  <a:gd name="T37" fmla="*/ 2 h 43"/>
                  <a:gd name="T38" fmla="*/ 12 w 30"/>
                  <a:gd name="T39" fmla="*/ 5 h 43"/>
                  <a:gd name="T40" fmla="*/ 10 w 30"/>
                  <a:gd name="T41" fmla="*/ 15 h 43"/>
                  <a:gd name="T42" fmla="*/ 10 w 30"/>
                  <a:gd name="T43" fmla="*/ 17 h 43"/>
                  <a:gd name="T44" fmla="*/ 20 w 30"/>
                  <a:gd name="T45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30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25"/>
                      <a:pt x="11" y="30"/>
                      <a:pt x="14" y="33"/>
                    </a:cubicBezTo>
                    <a:cubicBezTo>
                      <a:pt x="16" y="35"/>
                      <a:pt x="18" y="36"/>
                      <a:pt x="20" y="36"/>
                    </a:cubicBezTo>
                    <a:cubicBezTo>
                      <a:pt x="22" y="36"/>
                      <a:pt x="23" y="36"/>
                      <a:pt x="24" y="35"/>
                    </a:cubicBezTo>
                    <a:cubicBezTo>
                      <a:pt x="26" y="34"/>
                      <a:pt x="27" y="32"/>
                      <a:pt x="29" y="30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28" y="35"/>
                      <a:pt x="26" y="38"/>
                      <a:pt x="23" y="40"/>
                    </a:cubicBezTo>
                    <a:cubicBezTo>
                      <a:pt x="21" y="42"/>
                      <a:pt x="18" y="43"/>
                      <a:pt x="15" y="43"/>
                    </a:cubicBezTo>
                    <a:cubicBezTo>
                      <a:pt x="10" y="43"/>
                      <a:pt x="6" y="41"/>
                      <a:pt x="3" y="36"/>
                    </a:cubicBezTo>
                    <a:cubicBezTo>
                      <a:pt x="1" y="32"/>
                      <a:pt x="0" y="28"/>
                      <a:pt x="0" y="22"/>
                    </a:cubicBezTo>
                    <a:cubicBezTo>
                      <a:pt x="0" y="15"/>
                      <a:pt x="1" y="10"/>
                      <a:pt x="4" y="6"/>
                    </a:cubicBezTo>
                    <a:cubicBezTo>
                      <a:pt x="8" y="2"/>
                      <a:pt x="12" y="0"/>
                      <a:pt x="16" y="0"/>
                    </a:cubicBezTo>
                    <a:cubicBezTo>
                      <a:pt x="20" y="0"/>
                      <a:pt x="23" y="1"/>
                      <a:pt x="25" y="5"/>
                    </a:cubicBezTo>
                    <a:cubicBezTo>
                      <a:pt x="28" y="8"/>
                      <a:pt x="30" y="13"/>
                      <a:pt x="30" y="20"/>
                    </a:cubicBezTo>
                    <a:close/>
                    <a:moveTo>
                      <a:pt x="20" y="17"/>
                    </a:moveTo>
                    <a:cubicBezTo>
                      <a:pt x="20" y="12"/>
                      <a:pt x="20" y="9"/>
                      <a:pt x="20" y="7"/>
                    </a:cubicBezTo>
                    <a:cubicBezTo>
                      <a:pt x="19" y="5"/>
                      <a:pt x="18" y="4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4" y="2"/>
                      <a:pt x="13" y="3"/>
                      <a:pt x="12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7"/>
                      <a:pt x="10" y="17"/>
                      <a:pt x="10" y="17"/>
                    </a:cubicBezTo>
                    <a:lnTo>
                      <a:pt x="20" y="1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7" name="îṥḻiḋê"/>
              <p:cNvSpPr/>
              <p:nvPr/>
            </p:nvSpPr>
            <p:spPr bwMode="auto">
              <a:xfrm>
                <a:off x="4852988" y="3802063"/>
                <a:ext cx="101600" cy="139700"/>
              </a:xfrm>
              <a:custGeom>
                <a:avLst/>
                <a:gdLst>
                  <a:gd name="T0" fmla="*/ 15 w 31"/>
                  <a:gd name="T1" fmla="*/ 1 h 42"/>
                  <a:gd name="T2" fmla="*/ 15 w 31"/>
                  <a:gd name="T3" fmla="*/ 10 h 42"/>
                  <a:gd name="T4" fmla="*/ 21 w 31"/>
                  <a:gd name="T5" fmla="*/ 2 h 42"/>
                  <a:gd name="T6" fmla="*/ 26 w 31"/>
                  <a:gd name="T7" fmla="*/ 0 h 42"/>
                  <a:gd name="T8" fmla="*/ 30 w 31"/>
                  <a:gd name="T9" fmla="*/ 1 h 42"/>
                  <a:gd name="T10" fmla="*/ 31 w 31"/>
                  <a:gd name="T11" fmla="*/ 5 h 42"/>
                  <a:gd name="T12" fmla="*/ 30 w 31"/>
                  <a:gd name="T13" fmla="*/ 10 h 42"/>
                  <a:gd name="T14" fmla="*/ 27 w 31"/>
                  <a:gd name="T15" fmla="*/ 12 h 42"/>
                  <a:gd name="T16" fmla="*/ 23 w 31"/>
                  <a:gd name="T17" fmla="*/ 10 h 42"/>
                  <a:gd name="T18" fmla="*/ 22 w 31"/>
                  <a:gd name="T19" fmla="*/ 8 h 42"/>
                  <a:gd name="T20" fmla="*/ 21 w 31"/>
                  <a:gd name="T21" fmla="*/ 8 h 42"/>
                  <a:gd name="T22" fmla="*/ 19 w 31"/>
                  <a:gd name="T23" fmla="*/ 9 h 42"/>
                  <a:gd name="T24" fmla="*/ 16 w 31"/>
                  <a:gd name="T25" fmla="*/ 13 h 42"/>
                  <a:gd name="T26" fmla="*/ 15 w 31"/>
                  <a:gd name="T27" fmla="*/ 23 h 42"/>
                  <a:gd name="T28" fmla="*/ 15 w 31"/>
                  <a:gd name="T29" fmla="*/ 32 h 42"/>
                  <a:gd name="T30" fmla="*/ 15 w 31"/>
                  <a:gd name="T31" fmla="*/ 35 h 42"/>
                  <a:gd name="T32" fmla="*/ 15 w 31"/>
                  <a:gd name="T33" fmla="*/ 38 h 42"/>
                  <a:gd name="T34" fmla="*/ 17 w 31"/>
                  <a:gd name="T35" fmla="*/ 40 h 42"/>
                  <a:gd name="T36" fmla="*/ 20 w 31"/>
                  <a:gd name="T37" fmla="*/ 40 h 42"/>
                  <a:gd name="T38" fmla="*/ 20 w 31"/>
                  <a:gd name="T39" fmla="*/ 42 h 42"/>
                  <a:gd name="T40" fmla="*/ 0 w 31"/>
                  <a:gd name="T41" fmla="*/ 42 h 42"/>
                  <a:gd name="T42" fmla="*/ 0 w 31"/>
                  <a:gd name="T43" fmla="*/ 40 h 42"/>
                  <a:gd name="T44" fmla="*/ 3 w 31"/>
                  <a:gd name="T45" fmla="*/ 39 h 42"/>
                  <a:gd name="T46" fmla="*/ 4 w 31"/>
                  <a:gd name="T47" fmla="*/ 32 h 42"/>
                  <a:gd name="T48" fmla="*/ 4 w 31"/>
                  <a:gd name="T49" fmla="*/ 9 h 42"/>
                  <a:gd name="T50" fmla="*/ 4 w 31"/>
                  <a:gd name="T51" fmla="*/ 5 h 42"/>
                  <a:gd name="T52" fmla="*/ 3 w 31"/>
                  <a:gd name="T53" fmla="*/ 3 h 42"/>
                  <a:gd name="T54" fmla="*/ 0 w 31"/>
                  <a:gd name="T55" fmla="*/ 2 h 42"/>
                  <a:gd name="T56" fmla="*/ 0 w 31"/>
                  <a:gd name="T57" fmla="*/ 1 h 42"/>
                  <a:gd name="T58" fmla="*/ 15 w 31"/>
                  <a:gd name="T59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1" h="42">
                    <a:moveTo>
                      <a:pt x="15" y="1"/>
                    </a:moveTo>
                    <a:cubicBezTo>
                      <a:pt x="15" y="10"/>
                      <a:pt x="15" y="10"/>
                      <a:pt x="15" y="10"/>
                    </a:cubicBezTo>
                    <a:cubicBezTo>
                      <a:pt x="17" y="6"/>
                      <a:pt x="19" y="3"/>
                      <a:pt x="21" y="2"/>
                    </a:cubicBezTo>
                    <a:cubicBezTo>
                      <a:pt x="23" y="0"/>
                      <a:pt x="25" y="0"/>
                      <a:pt x="26" y="0"/>
                    </a:cubicBezTo>
                    <a:cubicBezTo>
                      <a:pt x="28" y="0"/>
                      <a:pt x="29" y="0"/>
                      <a:pt x="30" y="1"/>
                    </a:cubicBezTo>
                    <a:cubicBezTo>
                      <a:pt x="31" y="2"/>
                      <a:pt x="31" y="4"/>
                      <a:pt x="31" y="5"/>
                    </a:cubicBezTo>
                    <a:cubicBezTo>
                      <a:pt x="31" y="7"/>
                      <a:pt x="31" y="9"/>
                      <a:pt x="30" y="10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6" y="12"/>
                      <a:pt x="24" y="11"/>
                      <a:pt x="23" y="10"/>
                    </a:cubicBezTo>
                    <a:cubicBezTo>
                      <a:pt x="22" y="9"/>
                      <a:pt x="22" y="9"/>
                      <a:pt x="22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0" y="8"/>
                      <a:pt x="19" y="8"/>
                      <a:pt x="19" y="9"/>
                    </a:cubicBezTo>
                    <a:cubicBezTo>
                      <a:pt x="17" y="10"/>
                      <a:pt x="17" y="12"/>
                      <a:pt x="16" y="13"/>
                    </a:cubicBezTo>
                    <a:cubicBezTo>
                      <a:pt x="15" y="16"/>
                      <a:pt x="15" y="19"/>
                      <a:pt x="15" y="23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6"/>
                      <a:pt x="15" y="37"/>
                      <a:pt x="15" y="38"/>
                    </a:cubicBezTo>
                    <a:cubicBezTo>
                      <a:pt x="15" y="39"/>
                      <a:pt x="16" y="39"/>
                      <a:pt x="17" y="40"/>
                    </a:cubicBezTo>
                    <a:cubicBezTo>
                      <a:pt x="17" y="40"/>
                      <a:pt x="18" y="40"/>
                      <a:pt x="20" y="40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" y="40"/>
                      <a:pt x="3" y="40"/>
                      <a:pt x="3" y="39"/>
                    </a:cubicBezTo>
                    <a:cubicBezTo>
                      <a:pt x="4" y="38"/>
                      <a:pt x="4" y="36"/>
                      <a:pt x="4" y="32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7"/>
                      <a:pt x="4" y="6"/>
                      <a:pt x="4" y="5"/>
                    </a:cubicBezTo>
                    <a:cubicBezTo>
                      <a:pt x="4" y="4"/>
                      <a:pt x="3" y="4"/>
                      <a:pt x="3" y="3"/>
                    </a:cubicBezTo>
                    <a:cubicBezTo>
                      <a:pt x="2" y="3"/>
                      <a:pt x="1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8" name="îŝḻïḍè"/>
              <p:cNvSpPr/>
              <p:nvPr/>
            </p:nvSpPr>
            <p:spPr bwMode="auto">
              <a:xfrm>
                <a:off x="4978400" y="3802063"/>
                <a:ext cx="80963" cy="142875"/>
              </a:xfrm>
              <a:custGeom>
                <a:avLst/>
                <a:gdLst>
                  <a:gd name="T0" fmla="*/ 22 w 25"/>
                  <a:gd name="T1" fmla="*/ 0 h 43"/>
                  <a:gd name="T2" fmla="*/ 23 w 25"/>
                  <a:gd name="T3" fmla="*/ 14 h 43"/>
                  <a:gd name="T4" fmla="*/ 22 w 25"/>
                  <a:gd name="T5" fmla="*/ 14 h 43"/>
                  <a:gd name="T6" fmla="*/ 17 w 25"/>
                  <a:gd name="T7" fmla="*/ 5 h 43"/>
                  <a:gd name="T8" fmla="*/ 12 w 25"/>
                  <a:gd name="T9" fmla="*/ 3 h 43"/>
                  <a:gd name="T10" fmla="*/ 9 w 25"/>
                  <a:gd name="T11" fmla="*/ 4 h 43"/>
                  <a:gd name="T12" fmla="*/ 8 w 25"/>
                  <a:gd name="T13" fmla="*/ 7 h 43"/>
                  <a:gd name="T14" fmla="*/ 9 w 25"/>
                  <a:gd name="T15" fmla="*/ 9 h 43"/>
                  <a:gd name="T16" fmla="*/ 16 w 25"/>
                  <a:gd name="T17" fmla="*/ 15 h 43"/>
                  <a:gd name="T18" fmla="*/ 23 w 25"/>
                  <a:gd name="T19" fmla="*/ 23 h 43"/>
                  <a:gd name="T20" fmla="*/ 25 w 25"/>
                  <a:gd name="T21" fmla="*/ 30 h 43"/>
                  <a:gd name="T22" fmla="*/ 23 w 25"/>
                  <a:gd name="T23" fmla="*/ 36 h 43"/>
                  <a:gd name="T24" fmla="*/ 19 w 25"/>
                  <a:gd name="T25" fmla="*/ 41 h 43"/>
                  <a:gd name="T26" fmla="*/ 13 w 25"/>
                  <a:gd name="T27" fmla="*/ 43 h 43"/>
                  <a:gd name="T28" fmla="*/ 6 w 25"/>
                  <a:gd name="T29" fmla="*/ 41 h 43"/>
                  <a:gd name="T30" fmla="*/ 5 w 25"/>
                  <a:gd name="T31" fmla="*/ 41 h 43"/>
                  <a:gd name="T32" fmla="*/ 2 w 25"/>
                  <a:gd name="T33" fmla="*/ 43 h 43"/>
                  <a:gd name="T34" fmla="*/ 1 w 25"/>
                  <a:gd name="T35" fmla="*/ 43 h 43"/>
                  <a:gd name="T36" fmla="*/ 1 w 25"/>
                  <a:gd name="T37" fmla="*/ 28 h 43"/>
                  <a:gd name="T38" fmla="*/ 2 w 25"/>
                  <a:gd name="T39" fmla="*/ 28 h 43"/>
                  <a:gd name="T40" fmla="*/ 7 w 25"/>
                  <a:gd name="T41" fmla="*/ 37 h 43"/>
                  <a:gd name="T42" fmla="*/ 12 w 25"/>
                  <a:gd name="T43" fmla="*/ 40 h 43"/>
                  <a:gd name="T44" fmla="*/ 15 w 25"/>
                  <a:gd name="T45" fmla="*/ 38 h 43"/>
                  <a:gd name="T46" fmla="*/ 17 w 25"/>
                  <a:gd name="T47" fmla="*/ 35 h 43"/>
                  <a:gd name="T48" fmla="*/ 15 w 25"/>
                  <a:gd name="T49" fmla="*/ 32 h 43"/>
                  <a:gd name="T50" fmla="*/ 10 w 25"/>
                  <a:gd name="T51" fmla="*/ 27 h 43"/>
                  <a:gd name="T52" fmla="*/ 3 w 25"/>
                  <a:gd name="T53" fmla="*/ 20 h 43"/>
                  <a:gd name="T54" fmla="*/ 0 w 25"/>
                  <a:gd name="T55" fmla="*/ 12 h 43"/>
                  <a:gd name="T56" fmla="*/ 3 w 25"/>
                  <a:gd name="T57" fmla="*/ 3 h 43"/>
                  <a:gd name="T58" fmla="*/ 11 w 25"/>
                  <a:gd name="T59" fmla="*/ 0 h 43"/>
                  <a:gd name="T60" fmla="*/ 17 w 25"/>
                  <a:gd name="T61" fmla="*/ 1 h 43"/>
                  <a:gd name="T62" fmla="*/ 19 w 25"/>
                  <a:gd name="T63" fmla="*/ 2 h 43"/>
                  <a:gd name="T64" fmla="*/ 20 w 25"/>
                  <a:gd name="T65" fmla="*/ 2 h 43"/>
                  <a:gd name="T66" fmla="*/ 21 w 25"/>
                  <a:gd name="T67" fmla="*/ 0 h 43"/>
                  <a:gd name="T68" fmla="*/ 22 w 25"/>
                  <a:gd name="T6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5" h="43">
                    <a:moveTo>
                      <a:pt x="22" y="0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0" y="10"/>
                      <a:pt x="18" y="7"/>
                      <a:pt x="17" y="5"/>
                    </a:cubicBezTo>
                    <a:cubicBezTo>
                      <a:pt x="15" y="4"/>
                      <a:pt x="13" y="3"/>
                      <a:pt x="12" y="3"/>
                    </a:cubicBezTo>
                    <a:cubicBezTo>
                      <a:pt x="11" y="3"/>
                      <a:pt x="10" y="3"/>
                      <a:pt x="9" y="4"/>
                    </a:cubicBezTo>
                    <a:cubicBezTo>
                      <a:pt x="8" y="5"/>
                      <a:pt x="8" y="6"/>
                      <a:pt x="8" y="7"/>
                    </a:cubicBezTo>
                    <a:cubicBezTo>
                      <a:pt x="8" y="8"/>
                      <a:pt x="8" y="8"/>
                      <a:pt x="9" y="9"/>
                    </a:cubicBezTo>
                    <a:cubicBezTo>
                      <a:pt x="10" y="10"/>
                      <a:pt x="12" y="12"/>
                      <a:pt x="16" y="15"/>
                    </a:cubicBezTo>
                    <a:cubicBezTo>
                      <a:pt x="19" y="18"/>
                      <a:pt x="22" y="21"/>
                      <a:pt x="23" y="23"/>
                    </a:cubicBezTo>
                    <a:cubicBezTo>
                      <a:pt x="24" y="25"/>
                      <a:pt x="25" y="27"/>
                      <a:pt x="25" y="30"/>
                    </a:cubicBezTo>
                    <a:cubicBezTo>
                      <a:pt x="25" y="32"/>
                      <a:pt x="24" y="34"/>
                      <a:pt x="23" y="36"/>
                    </a:cubicBezTo>
                    <a:cubicBezTo>
                      <a:pt x="22" y="38"/>
                      <a:pt x="21" y="40"/>
                      <a:pt x="19" y="41"/>
                    </a:cubicBezTo>
                    <a:cubicBezTo>
                      <a:pt x="17" y="42"/>
                      <a:pt x="15" y="43"/>
                      <a:pt x="13" y="43"/>
                    </a:cubicBezTo>
                    <a:cubicBezTo>
                      <a:pt x="11" y="43"/>
                      <a:pt x="9" y="42"/>
                      <a:pt x="6" y="41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4" y="41"/>
                      <a:pt x="3" y="41"/>
                      <a:pt x="2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3" y="32"/>
                      <a:pt x="5" y="35"/>
                      <a:pt x="7" y="37"/>
                    </a:cubicBezTo>
                    <a:cubicBezTo>
                      <a:pt x="9" y="39"/>
                      <a:pt x="11" y="40"/>
                      <a:pt x="12" y="40"/>
                    </a:cubicBezTo>
                    <a:cubicBezTo>
                      <a:pt x="14" y="40"/>
                      <a:pt x="15" y="39"/>
                      <a:pt x="15" y="38"/>
                    </a:cubicBezTo>
                    <a:cubicBezTo>
                      <a:pt x="16" y="38"/>
                      <a:pt x="17" y="37"/>
                      <a:pt x="17" y="35"/>
                    </a:cubicBezTo>
                    <a:cubicBezTo>
                      <a:pt x="17" y="34"/>
                      <a:pt x="16" y="33"/>
                      <a:pt x="15" y="32"/>
                    </a:cubicBezTo>
                    <a:cubicBezTo>
                      <a:pt x="15" y="31"/>
                      <a:pt x="13" y="29"/>
                      <a:pt x="10" y="27"/>
                    </a:cubicBezTo>
                    <a:cubicBezTo>
                      <a:pt x="6" y="24"/>
                      <a:pt x="4" y="22"/>
                      <a:pt x="3" y="20"/>
                    </a:cubicBezTo>
                    <a:cubicBezTo>
                      <a:pt x="1" y="18"/>
                      <a:pt x="0" y="15"/>
                      <a:pt x="0" y="12"/>
                    </a:cubicBezTo>
                    <a:cubicBezTo>
                      <a:pt x="0" y="9"/>
                      <a:pt x="1" y="6"/>
                      <a:pt x="3" y="3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3" y="0"/>
                      <a:pt x="15" y="0"/>
                      <a:pt x="17" y="1"/>
                    </a:cubicBezTo>
                    <a:cubicBezTo>
                      <a:pt x="18" y="2"/>
                      <a:pt x="18" y="2"/>
                      <a:pt x="19" y="2"/>
                    </a:cubicBezTo>
                    <a:cubicBezTo>
                      <a:pt x="19" y="2"/>
                      <a:pt x="19" y="2"/>
                      <a:pt x="20" y="2"/>
                    </a:cubicBezTo>
                    <a:cubicBezTo>
                      <a:pt x="20" y="1"/>
                      <a:pt x="20" y="1"/>
                      <a:pt x="21" y="0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9" name="îšḷïḓe"/>
              <p:cNvSpPr/>
              <p:nvPr/>
            </p:nvSpPr>
            <p:spPr bwMode="auto">
              <a:xfrm>
                <a:off x="5083175" y="3738563"/>
                <a:ext cx="61913" cy="203200"/>
              </a:xfrm>
              <a:custGeom>
                <a:avLst/>
                <a:gdLst>
                  <a:gd name="T0" fmla="*/ 10 w 19"/>
                  <a:gd name="T1" fmla="*/ 0 h 61"/>
                  <a:gd name="T2" fmla="*/ 14 w 19"/>
                  <a:gd name="T3" fmla="*/ 2 h 61"/>
                  <a:gd name="T4" fmla="*/ 16 w 19"/>
                  <a:gd name="T5" fmla="*/ 7 h 61"/>
                  <a:gd name="T6" fmla="*/ 14 w 19"/>
                  <a:gd name="T7" fmla="*/ 12 h 61"/>
                  <a:gd name="T8" fmla="*/ 10 w 19"/>
                  <a:gd name="T9" fmla="*/ 14 h 61"/>
                  <a:gd name="T10" fmla="*/ 5 w 19"/>
                  <a:gd name="T11" fmla="*/ 12 h 61"/>
                  <a:gd name="T12" fmla="*/ 4 w 19"/>
                  <a:gd name="T13" fmla="*/ 7 h 61"/>
                  <a:gd name="T14" fmla="*/ 5 w 19"/>
                  <a:gd name="T15" fmla="*/ 2 h 61"/>
                  <a:gd name="T16" fmla="*/ 10 w 19"/>
                  <a:gd name="T17" fmla="*/ 0 h 61"/>
                  <a:gd name="T18" fmla="*/ 15 w 19"/>
                  <a:gd name="T19" fmla="*/ 20 h 61"/>
                  <a:gd name="T20" fmla="*/ 15 w 19"/>
                  <a:gd name="T21" fmla="*/ 52 h 61"/>
                  <a:gd name="T22" fmla="*/ 16 w 19"/>
                  <a:gd name="T23" fmla="*/ 58 h 61"/>
                  <a:gd name="T24" fmla="*/ 19 w 19"/>
                  <a:gd name="T25" fmla="*/ 59 h 61"/>
                  <a:gd name="T26" fmla="*/ 19 w 19"/>
                  <a:gd name="T27" fmla="*/ 61 h 61"/>
                  <a:gd name="T28" fmla="*/ 0 w 19"/>
                  <a:gd name="T29" fmla="*/ 61 h 61"/>
                  <a:gd name="T30" fmla="*/ 0 w 19"/>
                  <a:gd name="T31" fmla="*/ 59 h 61"/>
                  <a:gd name="T32" fmla="*/ 3 w 19"/>
                  <a:gd name="T33" fmla="*/ 58 h 61"/>
                  <a:gd name="T34" fmla="*/ 4 w 19"/>
                  <a:gd name="T35" fmla="*/ 52 h 61"/>
                  <a:gd name="T36" fmla="*/ 4 w 19"/>
                  <a:gd name="T37" fmla="*/ 28 h 61"/>
                  <a:gd name="T38" fmla="*/ 3 w 19"/>
                  <a:gd name="T39" fmla="*/ 23 h 61"/>
                  <a:gd name="T40" fmla="*/ 0 w 19"/>
                  <a:gd name="T41" fmla="*/ 21 h 61"/>
                  <a:gd name="T42" fmla="*/ 0 w 19"/>
                  <a:gd name="T43" fmla="*/ 20 h 61"/>
                  <a:gd name="T44" fmla="*/ 15 w 19"/>
                  <a:gd name="T45" fmla="*/ 2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9" h="61">
                    <a:moveTo>
                      <a:pt x="10" y="0"/>
                    </a:moveTo>
                    <a:cubicBezTo>
                      <a:pt x="11" y="0"/>
                      <a:pt x="13" y="1"/>
                      <a:pt x="14" y="2"/>
                    </a:cubicBezTo>
                    <a:cubicBezTo>
                      <a:pt x="15" y="3"/>
                      <a:pt x="16" y="5"/>
                      <a:pt x="16" y="7"/>
                    </a:cubicBezTo>
                    <a:cubicBezTo>
                      <a:pt x="16" y="9"/>
                      <a:pt x="15" y="10"/>
                      <a:pt x="14" y="12"/>
                    </a:cubicBezTo>
                    <a:cubicBezTo>
                      <a:pt x="13" y="13"/>
                      <a:pt x="11" y="14"/>
                      <a:pt x="10" y="14"/>
                    </a:cubicBezTo>
                    <a:cubicBezTo>
                      <a:pt x="8" y="14"/>
                      <a:pt x="7" y="13"/>
                      <a:pt x="5" y="12"/>
                    </a:cubicBezTo>
                    <a:cubicBezTo>
                      <a:pt x="4" y="10"/>
                      <a:pt x="4" y="9"/>
                      <a:pt x="4" y="7"/>
                    </a:cubicBezTo>
                    <a:cubicBezTo>
                      <a:pt x="4" y="5"/>
                      <a:pt x="4" y="3"/>
                      <a:pt x="5" y="2"/>
                    </a:cubicBezTo>
                    <a:cubicBezTo>
                      <a:pt x="7" y="1"/>
                      <a:pt x="8" y="0"/>
                      <a:pt x="10" y="0"/>
                    </a:cubicBezTo>
                    <a:close/>
                    <a:moveTo>
                      <a:pt x="15" y="20"/>
                    </a:move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5"/>
                      <a:pt x="15" y="57"/>
                      <a:pt x="16" y="58"/>
                    </a:cubicBezTo>
                    <a:cubicBezTo>
                      <a:pt x="17" y="59"/>
                      <a:pt x="18" y="59"/>
                      <a:pt x="19" y="59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" y="59"/>
                      <a:pt x="3" y="59"/>
                      <a:pt x="3" y="58"/>
                    </a:cubicBezTo>
                    <a:cubicBezTo>
                      <a:pt x="4" y="57"/>
                      <a:pt x="4" y="55"/>
                      <a:pt x="4" y="52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4" y="25"/>
                      <a:pt x="4" y="24"/>
                      <a:pt x="3" y="23"/>
                    </a:cubicBezTo>
                    <a:cubicBezTo>
                      <a:pt x="3" y="22"/>
                      <a:pt x="2" y="22"/>
                      <a:pt x="0" y="21"/>
                    </a:cubicBezTo>
                    <a:cubicBezTo>
                      <a:pt x="0" y="20"/>
                      <a:pt x="0" y="20"/>
                      <a:pt x="0" y="20"/>
                    </a:cubicBezTo>
                    <a:lnTo>
                      <a:pt x="15" y="2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0" name="ïšlídê"/>
              <p:cNvSpPr/>
              <p:nvPr/>
            </p:nvSpPr>
            <p:spPr bwMode="auto">
              <a:xfrm>
                <a:off x="5162550" y="3756025"/>
                <a:ext cx="79375" cy="185738"/>
              </a:xfrm>
              <a:custGeom>
                <a:avLst/>
                <a:gdLst>
                  <a:gd name="T0" fmla="*/ 16 w 24"/>
                  <a:gd name="T1" fmla="*/ 0 h 56"/>
                  <a:gd name="T2" fmla="*/ 16 w 24"/>
                  <a:gd name="T3" fmla="*/ 15 h 56"/>
                  <a:gd name="T4" fmla="*/ 24 w 24"/>
                  <a:gd name="T5" fmla="*/ 15 h 56"/>
                  <a:gd name="T6" fmla="*/ 24 w 24"/>
                  <a:gd name="T7" fmla="*/ 19 h 56"/>
                  <a:gd name="T8" fmla="*/ 16 w 24"/>
                  <a:gd name="T9" fmla="*/ 19 h 56"/>
                  <a:gd name="T10" fmla="*/ 16 w 24"/>
                  <a:gd name="T11" fmla="*/ 44 h 56"/>
                  <a:gd name="T12" fmla="*/ 16 w 24"/>
                  <a:gd name="T13" fmla="*/ 49 h 56"/>
                  <a:gd name="T14" fmla="*/ 17 w 24"/>
                  <a:gd name="T15" fmla="*/ 51 h 56"/>
                  <a:gd name="T16" fmla="*/ 18 w 24"/>
                  <a:gd name="T17" fmla="*/ 51 h 56"/>
                  <a:gd name="T18" fmla="*/ 23 w 24"/>
                  <a:gd name="T19" fmla="*/ 47 h 56"/>
                  <a:gd name="T20" fmla="*/ 24 w 24"/>
                  <a:gd name="T21" fmla="*/ 48 h 56"/>
                  <a:gd name="T22" fmla="*/ 14 w 24"/>
                  <a:gd name="T23" fmla="*/ 56 h 56"/>
                  <a:gd name="T24" fmla="*/ 8 w 24"/>
                  <a:gd name="T25" fmla="*/ 54 h 56"/>
                  <a:gd name="T26" fmla="*/ 5 w 24"/>
                  <a:gd name="T27" fmla="*/ 49 h 56"/>
                  <a:gd name="T28" fmla="*/ 5 w 24"/>
                  <a:gd name="T29" fmla="*/ 41 h 56"/>
                  <a:gd name="T30" fmla="*/ 5 w 24"/>
                  <a:gd name="T31" fmla="*/ 19 h 56"/>
                  <a:gd name="T32" fmla="*/ 0 w 24"/>
                  <a:gd name="T33" fmla="*/ 19 h 56"/>
                  <a:gd name="T34" fmla="*/ 0 w 24"/>
                  <a:gd name="T35" fmla="*/ 18 h 56"/>
                  <a:gd name="T36" fmla="*/ 9 w 24"/>
                  <a:gd name="T37" fmla="*/ 9 h 56"/>
                  <a:gd name="T38" fmla="*/ 15 w 24"/>
                  <a:gd name="T39" fmla="*/ 0 h 56"/>
                  <a:gd name="T40" fmla="*/ 16 w 24"/>
                  <a:gd name="T41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4" h="56">
                    <a:moveTo>
                      <a:pt x="16" y="0"/>
                    </a:moveTo>
                    <a:cubicBezTo>
                      <a:pt x="16" y="15"/>
                      <a:pt x="16" y="15"/>
                      <a:pt x="16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7"/>
                      <a:pt x="16" y="48"/>
                      <a:pt x="16" y="49"/>
                    </a:cubicBezTo>
                    <a:cubicBezTo>
                      <a:pt x="16" y="50"/>
                      <a:pt x="17" y="50"/>
                      <a:pt x="17" y="51"/>
                    </a:cubicBezTo>
                    <a:cubicBezTo>
                      <a:pt x="18" y="51"/>
                      <a:pt x="18" y="51"/>
                      <a:pt x="18" y="51"/>
                    </a:cubicBezTo>
                    <a:cubicBezTo>
                      <a:pt x="20" y="51"/>
                      <a:pt x="22" y="50"/>
                      <a:pt x="23" y="47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22" y="54"/>
                      <a:pt x="19" y="56"/>
                      <a:pt x="14" y="56"/>
                    </a:cubicBezTo>
                    <a:cubicBezTo>
                      <a:pt x="12" y="56"/>
                      <a:pt x="10" y="56"/>
                      <a:pt x="8" y="54"/>
                    </a:cubicBezTo>
                    <a:cubicBezTo>
                      <a:pt x="7" y="53"/>
                      <a:pt x="6" y="51"/>
                      <a:pt x="5" y="49"/>
                    </a:cubicBezTo>
                    <a:cubicBezTo>
                      <a:pt x="5" y="48"/>
                      <a:pt x="5" y="46"/>
                      <a:pt x="5" y="41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3" y="15"/>
                      <a:pt x="6" y="12"/>
                      <a:pt x="9" y="9"/>
                    </a:cubicBezTo>
                    <a:cubicBezTo>
                      <a:pt x="11" y="7"/>
                      <a:pt x="13" y="3"/>
                      <a:pt x="15" y="0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1" name="îṡlîdé"/>
              <p:cNvSpPr/>
              <p:nvPr/>
            </p:nvSpPr>
            <p:spPr bwMode="auto">
              <a:xfrm>
                <a:off x="5254625" y="3805238"/>
                <a:ext cx="128588" cy="200025"/>
              </a:xfrm>
              <a:custGeom>
                <a:avLst/>
                <a:gdLst>
                  <a:gd name="T0" fmla="*/ 19 w 39"/>
                  <a:gd name="T1" fmla="*/ 42 h 60"/>
                  <a:gd name="T2" fmla="*/ 7 w 39"/>
                  <a:gd name="T3" fmla="*/ 12 h 60"/>
                  <a:gd name="T4" fmla="*/ 3 w 39"/>
                  <a:gd name="T5" fmla="*/ 4 h 60"/>
                  <a:gd name="T6" fmla="*/ 0 w 39"/>
                  <a:gd name="T7" fmla="*/ 1 h 60"/>
                  <a:gd name="T8" fmla="*/ 0 w 39"/>
                  <a:gd name="T9" fmla="*/ 0 h 60"/>
                  <a:gd name="T10" fmla="*/ 20 w 39"/>
                  <a:gd name="T11" fmla="*/ 0 h 60"/>
                  <a:gd name="T12" fmla="*/ 20 w 39"/>
                  <a:gd name="T13" fmla="*/ 1 h 60"/>
                  <a:gd name="T14" fmla="*/ 17 w 39"/>
                  <a:gd name="T15" fmla="*/ 2 h 60"/>
                  <a:gd name="T16" fmla="*/ 16 w 39"/>
                  <a:gd name="T17" fmla="*/ 4 h 60"/>
                  <a:gd name="T18" fmla="*/ 18 w 39"/>
                  <a:gd name="T19" fmla="*/ 11 h 60"/>
                  <a:gd name="T20" fmla="*/ 24 w 39"/>
                  <a:gd name="T21" fmla="*/ 27 h 60"/>
                  <a:gd name="T22" fmla="*/ 28 w 39"/>
                  <a:gd name="T23" fmla="*/ 14 h 60"/>
                  <a:gd name="T24" fmla="*/ 31 w 39"/>
                  <a:gd name="T25" fmla="*/ 5 h 60"/>
                  <a:gd name="T26" fmla="*/ 30 w 39"/>
                  <a:gd name="T27" fmla="*/ 2 h 60"/>
                  <a:gd name="T28" fmla="*/ 26 w 39"/>
                  <a:gd name="T29" fmla="*/ 1 h 60"/>
                  <a:gd name="T30" fmla="*/ 26 w 39"/>
                  <a:gd name="T31" fmla="*/ 0 h 60"/>
                  <a:gd name="T32" fmla="*/ 39 w 39"/>
                  <a:gd name="T33" fmla="*/ 0 h 60"/>
                  <a:gd name="T34" fmla="*/ 39 w 39"/>
                  <a:gd name="T35" fmla="*/ 1 h 60"/>
                  <a:gd name="T36" fmla="*/ 36 w 39"/>
                  <a:gd name="T37" fmla="*/ 3 h 60"/>
                  <a:gd name="T38" fmla="*/ 32 w 39"/>
                  <a:gd name="T39" fmla="*/ 12 h 60"/>
                  <a:gd name="T40" fmla="*/ 22 w 39"/>
                  <a:gd name="T41" fmla="*/ 42 h 60"/>
                  <a:gd name="T42" fmla="*/ 16 w 39"/>
                  <a:gd name="T43" fmla="*/ 56 h 60"/>
                  <a:gd name="T44" fmla="*/ 9 w 39"/>
                  <a:gd name="T45" fmla="*/ 60 h 60"/>
                  <a:gd name="T46" fmla="*/ 4 w 39"/>
                  <a:gd name="T47" fmla="*/ 58 h 60"/>
                  <a:gd name="T48" fmla="*/ 2 w 39"/>
                  <a:gd name="T49" fmla="*/ 53 h 60"/>
                  <a:gd name="T50" fmla="*/ 3 w 39"/>
                  <a:gd name="T51" fmla="*/ 49 h 60"/>
                  <a:gd name="T52" fmla="*/ 7 w 39"/>
                  <a:gd name="T53" fmla="*/ 47 h 60"/>
                  <a:gd name="T54" fmla="*/ 10 w 39"/>
                  <a:gd name="T55" fmla="*/ 49 h 60"/>
                  <a:gd name="T56" fmla="*/ 11 w 39"/>
                  <a:gd name="T57" fmla="*/ 53 h 60"/>
                  <a:gd name="T58" fmla="*/ 11 w 39"/>
                  <a:gd name="T59" fmla="*/ 55 h 60"/>
                  <a:gd name="T60" fmla="*/ 12 w 39"/>
                  <a:gd name="T61" fmla="*/ 56 h 60"/>
                  <a:gd name="T62" fmla="*/ 14 w 39"/>
                  <a:gd name="T63" fmla="*/ 54 h 60"/>
                  <a:gd name="T64" fmla="*/ 18 w 39"/>
                  <a:gd name="T65" fmla="*/ 46 h 60"/>
                  <a:gd name="T66" fmla="*/ 19 w 39"/>
                  <a:gd name="T67" fmla="*/ 4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9" h="60">
                    <a:moveTo>
                      <a:pt x="19" y="42"/>
                    </a:moveTo>
                    <a:cubicBezTo>
                      <a:pt x="7" y="12"/>
                      <a:pt x="7" y="12"/>
                      <a:pt x="7" y="12"/>
                    </a:cubicBezTo>
                    <a:cubicBezTo>
                      <a:pt x="5" y="7"/>
                      <a:pt x="4" y="5"/>
                      <a:pt x="3" y="4"/>
                    </a:cubicBezTo>
                    <a:cubicBezTo>
                      <a:pt x="3" y="3"/>
                      <a:pt x="2" y="2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8" y="1"/>
                      <a:pt x="17" y="2"/>
                      <a:pt x="17" y="2"/>
                    </a:cubicBezTo>
                    <a:cubicBezTo>
                      <a:pt x="16" y="3"/>
                      <a:pt x="16" y="3"/>
                      <a:pt x="16" y="4"/>
                    </a:cubicBezTo>
                    <a:cubicBezTo>
                      <a:pt x="16" y="5"/>
                      <a:pt x="17" y="7"/>
                      <a:pt x="18" y="11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30" y="10"/>
                      <a:pt x="31" y="7"/>
                      <a:pt x="31" y="5"/>
                    </a:cubicBezTo>
                    <a:cubicBezTo>
                      <a:pt x="31" y="4"/>
                      <a:pt x="30" y="3"/>
                      <a:pt x="30" y="2"/>
                    </a:cubicBezTo>
                    <a:cubicBezTo>
                      <a:pt x="29" y="2"/>
                      <a:pt x="28" y="1"/>
                      <a:pt x="26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7" y="2"/>
                      <a:pt x="36" y="2"/>
                      <a:pt x="36" y="3"/>
                    </a:cubicBezTo>
                    <a:cubicBezTo>
                      <a:pt x="35" y="4"/>
                      <a:pt x="34" y="7"/>
                      <a:pt x="32" y="1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9" y="50"/>
                      <a:pt x="17" y="55"/>
                      <a:pt x="16" y="56"/>
                    </a:cubicBezTo>
                    <a:cubicBezTo>
                      <a:pt x="14" y="59"/>
                      <a:pt x="12" y="60"/>
                      <a:pt x="9" y="60"/>
                    </a:cubicBezTo>
                    <a:cubicBezTo>
                      <a:pt x="7" y="60"/>
                      <a:pt x="5" y="59"/>
                      <a:pt x="4" y="58"/>
                    </a:cubicBezTo>
                    <a:cubicBezTo>
                      <a:pt x="3" y="57"/>
                      <a:pt x="2" y="55"/>
                      <a:pt x="2" y="53"/>
                    </a:cubicBezTo>
                    <a:cubicBezTo>
                      <a:pt x="2" y="51"/>
                      <a:pt x="2" y="50"/>
                      <a:pt x="3" y="49"/>
                    </a:cubicBezTo>
                    <a:cubicBezTo>
                      <a:pt x="4" y="48"/>
                      <a:pt x="5" y="47"/>
                      <a:pt x="7" y="47"/>
                    </a:cubicBezTo>
                    <a:cubicBezTo>
                      <a:pt x="8" y="47"/>
                      <a:pt x="9" y="48"/>
                      <a:pt x="10" y="49"/>
                    </a:cubicBezTo>
                    <a:cubicBezTo>
                      <a:pt x="11" y="50"/>
                      <a:pt x="11" y="51"/>
                      <a:pt x="11" y="53"/>
                    </a:cubicBezTo>
                    <a:cubicBezTo>
                      <a:pt x="11" y="54"/>
                      <a:pt x="11" y="55"/>
                      <a:pt x="11" y="55"/>
                    </a:cubicBezTo>
                    <a:cubicBezTo>
                      <a:pt x="12" y="55"/>
                      <a:pt x="12" y="56"/>
                      <a:pt x="12" y="56"/>
                    </a:cubicBezTo>
                    <a:cubicBezTo>
                      <a:pt x="13" y="56"/>
                      <a:pt x="13" y="55"/>
                      <a:pt x="14" y="54"/>
                    </a:cubicBezTo>
                    <a:cubicBezTo>
                      <a:pt x="15" y="53"/>
                      <a:pt x="16" y="50"/>
                      <a:pt x="18" y="46"/>
                    </a:cubicBezTo>
                    <a:lnTo>
                      <a:pt x="19" y="42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2" name="îṥľîḑê"/>
              <p:cNvSpPr/>
              <p:nvPr/>
            </p:nvSpPr>
            <p:spPr bwMode="auto">
              <a:xfrm>
                <a:off x="5456238" y="3802063"/>
                <a:ext cx="111125" cy="142875"/>
              </a:xfrm>
              <a:custGeom>
                <a:avLst/>
                <a:gdLst>
                  <a:gd name="T0" fmla="*/ 16 w 34"/>
                  <a:gd name="T1" fmla="*/ 0 h 43"/>
                  <a:gd name="T2" fmla="*/ 25 w 34"/>
                  <a:gd name="T3" fmla="*/ 2 h 43"/>
                  <a:gd name="T4" fmla="*/ 31 w 34"/>
                  <a:gd name="T5" fmla="*/ 10 h 43"/>
                  <a:gd name="T6" fmla="*/ 34 w 34"/>
                  <a:gd name="T7" fmla="*/ 21 h 43"/>
                  <a:gd name="T8" fmla="*/ 30 w 34"/>
                  <a:gd name="T9" fmla="*/ 36 h 43"/>
                  <a:gd name="T10" fmla="*/ 17 w 34"/>
                  <a:gd name="T11" fmla="*/ 43 h 43"/>
                  <a:gd name="T12" fmla="*/ 4 w 34"/>
                  <a:gd name="T13" fmla="*/ 37 h 43"/>
                  <a:gd name="T14" fmla="*/ 0 w 34"/>
                  <a:gd name="T15" fmla="*/ 22 h 43"/>
                  <a:gd name="T16" fmla="*/ 4 w 34"/>
                  <a:gd name="T17" fmla="*/ 6 h 43"/>
                  <a:gd name="T18" fmla="*/ 16 w 34"/>
                  <a:gd name="T19" fmla="*/ 0 h 43"/>
                  <a:gd name="T20" fmla="*/ 17 w 34"/>
                  <a:gd name="T21" fmla="*/ 3 h 43"/>
                  <a:gd name="T22" fmla="*/ 13 w 34"/>
                  <a:gd name="T23" fmla="*/ 4 h 43"/>
                  <a:gd name="T24" fmla="*/ 11 w 34"/>
                  <a:gd name="T25" fmla="*/ 11 h 43"/>
                  <a:gd name="T26" fmla="*/ 11 w 34"/>
                  <a:gd name="T27" fmla="*/ 25 h 43"/>
                  <a:gd name="T28" fmla="*/ 11 w 34"/>
                  <a:gd name="T29" fmla="*/ 34 h 43"/>
                  <a:gd name="T30" fmla="*/ 13 w 34"/>
                  <a:gd name="T31" fmla="*/ 38 h 43"/>
                  <a:gd name="T32" fmla="*/ 16 w 34"/>
                  <a:gd name="T33" fmla="*/ 40 h 43"/>
                  <a:gd name="T34" fmla="*/ 19 w 34"/>
                  <a:gd name="T35" fmla="*/ 39 h 43"/>
                  <a:gd name="T36" fmla="*/ 21 w 34"/>
                  <a:gd name="T37" fmla="*/ 35 h 43"/>
                  <a:gd name="T38" fmla="*/ 22 w 34"/>
                  <a:gd name="T39" fmla="*/ 18 h 43"/>
                  <a:gd name="T40" fmla="*/ 21 w 34"/>
                  <a:gd name="T41" fmla="*/ 8 h 43"/>
                  <a:gd name="T42" fmla="*/ 19 w 34"/>
                  <a:gd name="T43" fmla="*/ 4 h 43"/>
                  <a:gd name="T44" fmla="*/ 17 w 34"/>
                  <a:gd name="T45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" h="43">
                    <a:moveTo>
                      <a:pt x="16" y="0"/>
                    </a:moveTo>
                    <a:cubicBezTo>
                      <a:pt x="20" y="0"/>
                      <a:pt x="23" y="1"/>
                      <a:pt x="25" y="2"/>
                    </a:cubicBezTo>
                    <a:cubicBezTo>
                      <a:pt x="28" y="4"/>
                      <a:pt x="30" y="7"/>
                      <a:pt x="31" y="10"/>
                    </a:cubicBezTo>
                    <a:cubicBezTo>
                      <a:pt x="33" y="14"/>
                      <a:pt x="34" y="17"/>
                      <a:pt x="34" y="21"/>
                    </a:cubicBezTo>
                    <a:cubicBezTo>
                      <a:pt x="34" y="27"/>
                      <a:pt x="32" y="32"/>
                      <a:pt x="30" y="36"/>
                    </a:cubicBezTo>
                    <a:cubicBezTo>
                      <a:pt x="26" y="41"/>
                      <a:pt x="22" y="43"/>
                      <a:pt x="17" y="43"/>
                    </a:cubicBezTo>
                    <a:cubicBezTo>
                      <a:pt x="11" y="43"/>
                      <a:pt x="7" y="41"/>
                      <a:pt x="4" y="37"/>
                    </a:cubicBezTo>
                    <a:cubicBezTo>
                      <a:pt x="1" y="32"/>
                      <a:pt x="0" y="27"/>
                      <a:pt x="0" y="22"/>
                    </a:cubicBezTo>
                    <a:cubicBezTo>
                      <a:pt x="0" y="16"/>
                      <a:pt x="1" y="11"/>
                      <a:pt x="4" y="6"/>
                    </a:cubicBezTo>
                    <a:cubicBezTo>
                      <a:pt x="7" y="2"/>
                      <a:pt x="11" y="0"/>
                      <a:pt x="16" y="0"/>
                    </a:cubicBezTo>
                    <a:close/>
                    <a:moveTo>
                      <a:pt x="17" y="3"/>
                    </a:moveTo>
                    <a:cubicBezTo>
                      <a:pt x="15" y="3"/>
                      <a:pt x="14" y="3"/>
                      <a:pt x="13" y="4"/>
                    </a:cubicBezTo>
                    <a:cubicBezTo>
                      <a:pt x="12" y="6"/>
                      <a:pt x="12" y="8"/>
                      <a:pt x="11" y="11"/>
                    </a:cubicBezTo>
                    <a:cubicBezTo>
                      <a:pt x="11" y="14"/>
                      <a:pt x="11" y="19"/>
                      <a:pt x="11" y="25"/>
                    </a:cubicBezTo>
                    <a:cubicBezTo>
                      <a:pt x="11" y="28"/>
                      <a:pt x="11" y="31"/>
                      <a:pt x="11" y="34"/>
                    </a:cubicBezTo>
                    <a:cubicBezTo>
                      <a:pt x="12" y="36"/>
                      <a:pt x="12" y="37"/>
                      <a:pt x="13" y="38"/>
                    </a:cubicBezTo>
                    <a:cubicBezTo>
                      <a:pt x="14" y="39"/>
                      <a:pt x="15" y="40"/>
                      <a:pt x="16" y="40"/>
                    </a:cubicBezTo>
                    <a:cubicBezTo>
                      <a:pt x="18" y="40"/>
                      <a:pt x="19" y="40"/>
                      <a:pt x="19" y="39"/>
                    </a:cubicBezTo>
                    <a:cubicBezTo>
                      <a:pt x="20" y="38"/>
                      <a:pt x="21" y="37"/>
                      <a:pt x="21" y="35"/>
                    </a:cubicBezTo>
                    <a:cubicBezTo>
                      <a:pt x="22" y="32"/>
                      <a:pt x="22" y="26"/>
                      <a:pt x="22" y="18"/>
                    </a:cubicBezTo>
                    <a:cubicBezTo>
                      <a:pt x="22" y="13"/>
                      <a:pt x="22" y="10"/>
                      <a:pt x="21" y="8"/>
                    </a:cubicBezTo>
                    <a:cubicBezTo>
                      <a:pt x="21" y="6"/>
                      <a:pt x="20" y="4"/>
                      <a:pt x="19" y="4"/>
                    </a:cubicBezTo>
                    <a:cubicBezTo>
                      <a:pt x="19" y="3"/>
                      <a:pt x="18" y="3"/>
                      <a:pt x="17" y="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3" name="ïSliḑe"/>
              <p:cNvSpPr/>
              <p:nvPr/>
            </p:nvSpPr>
            <p:spPr bwMode="auto">
              <a:xfrm>
                <a:off x="5591175" y="3738563"/>
                <a:ext cx="98425" cy="203200"/>
              </a:xfrm>
              <a:custGeom>
                <a:avLst/>
                <a:gdLst>
                  <a:gd name="T0" fmla="*/ 16 w 30"/>
                  <a:gd name="T1" fmla="*/ 24 h 61"/>
                  <a:gd name="T2" fmla="*/ 16 w 30"/>
                  <a:gd name="T3" fmla="*/ 53 h 61"/>
                  <a:gd name="T4" fmla="*/ 17 w 30"/>
                  <a:gd name="T5" fmla="*/ 58 h 61"/>
                  <a:gd name="T6" fmla="*/ 22 w 30"/>
                  <a:gd name="T7" fmla="*/ 59 h 61"/>
                  <a:gd name="T8" fmla="*/ 22 w 30"/>
                  <a:gd name="T9" fmla="*/ 61 h 61"/>
                  <a:gd name="T10" fmla="*/ 0 w 30"/>
                  <a:gd name="T11" fmla="*/ 61 h 61"/>
                  <a:gd name="T12" fmla="*/ 0 w 30"/>
                  <a:gd name="T13" fmla="*/ 59 h 61"/>
                  <a:gd name="T14" fmla="*/ 4 w 30"/>
                  <a:gd name="T15" fmla="*/ 59 h 61"/>
                  <a:gd name="T16" fmla="*/ 5 w 30"/>
                  <a:gd name="T17" fmla="*/ 57 h 61"/>
                  <a:gd name="T18" fmla="*/ 6 w 30"/>
                  <a:gd name="T19" fmla="*/ 53 h 61"/>
                  <a:gd name="T20" fmla="*/ 6 w 30"/>
                  <a:gd name="T21" fmla="*/ 24 h 61"/>
                  <a:gd name="T22" fmla="*/ 0 w 30"/>
                  <a:gd name="T23" fmla="*/ 24 h 61"/>
                  <a:gd name="T24" fmla="*/ 0 w 30"/>
                  <a:gd name="T25" fmla="*/ 20 h 61"/>
                  <a:gd name="T26" fmla="*/ 6 w 30"/>
                  <a:gd name="T27" fmla="*/ 20 h 61"/>
                  <a:gd name="T28" fmla="*/ 6 w 30"/>
                  <a:gd name="T29" fmla="*/ 17 h 61"/>
                  <a:gd name="T30" fmla="*/ 6 w 30"/>
                  <a:gd name="T31" fmla="*/ 15 h 61"/>
                  <a:gd name="T32" fmla="*/ 10 w 30"/>
                  <a:gd name="T33" fmla="*/ 4 h 61"/>
                  <a:gd name="T34" fmla="*/ 21 w 30"/>
                  <a:gd name="T35" fmla="*/ 0 h 61"/>
                  <a:gd name="T36" fmla="*/ 28 w 30"/>
                  <a:gd name="T37" fmla="*/ 2 h 61"/>
                  <a:gd name="T38" fmla="*/ 30 w 30"/>
                  <a:gd name="T39" fmla="*/ 6 h 61"/>
                  <a:gd name="T40" fmla="*/ 29 w 30"/>
                  <a:gd name="T41" fmla="*/ 10 h 61"/>
                  <a:gd name="T42" fmla="*/ 25 w 30"/>
                  <a:gd name="T43" fmla="*/ 11 h 61"/>
                  <a:gd name="T44" fmla="*/ 22 w 30"/>
                  <a:gd name="T45" fmla="*/ 10 h 61"/>
                  <a:gd name="T46" fmla="*/ 21 w 30"/>
                  <a:gd name="T47" fmla="*/ 8 h 61"/>
                  <a:gd name="T48" fmla="*/ 21 w 30"/>
                  <a:gd name="T49" fmla="*/ 6 h 61"/>
                  <a:gd name="T50" fmla="*/ 21 w 30"/>
                  <a:gd name="T51" fmla="*/ 5 h 61"/>
                  <a:gd name="T52" fmla="*/ 20 w 30"/>
                  <a:gd name="T53" fmla="*/ 3 h 61"/>
                  <a:gd name="T54" fmla="*/ 19 w 30"/>
                  <a:gd name="T55" fmla="*/ 3 h 61"/>
                  <a:gd name="T56" fmla="*/ 17 w 30"/>
                  <a:gd name="T57" fmla="*/ 4 h 61"/>
                  <a:gd name="T58" fmla="*/ 16 w 30"/>
                  <a:gd name="T59" fmla="*/ 7 h 61"/>
                  <a:gd name="T60" fmla="*/ 16 w 30"/>
                  <a:gd name="T61" fmla="*/ 15 h 61"/>
                  <a:gd name="T62" fmla="*/ 16 w 30"/>
                  <a:gd name="T63" fmla="*/ 20 h 61"/>
                  <a:gd name="T64" fmla="*/ 22 w 30"/>
                  <a:gd name="T65" fmla="*/ 20 h 61"/>
                  <a:gd name="T66" fmla="*/ 22 w 30"/>
                  <a:gd name="T67" fmla="*/ 24 h 61"/>
                  <a:gd name="T68" fmla="*/ 16 w 30"/>
                  <a:gd name="T69" fmla="*/ 2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0" h="61">
                    <a:moveTo>
                      <a:pt x="16" y="24"/>
                    </a:moveTo>
                    <a:cubicBezTo>
                      <a:pt x="16" y="53"/>
                      <a:pt x="16" y="53"/>
                      <a:pt x="16" y="53"/>
                    </a:cubicBezTo>
                    <a:cubicBezTo>
                      <a:pt x="16" y="55"/>
                      <a:pt x="17" y="57"/>
                      <a:pt x="17" y="58"/>
                    </a:cubicBezTo>
                    <a:cubicBezTo>
                      <a:pt x="18" y="59"/>
                      <a:pt x="20" y="59"/>
                      <a:pt x="22" y="59"/>
                    </a:cubicBezTo>
                    <a:cubicBezTo>
                      <a:pt x="22" y="61"/>
                      <a:pt x="22" y="61"/>
                      <a:pt x="22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2" y="59"/>
                      <a:pt x="3" y="59"/>
                      <a:pt x="4" y="59"/>
                    </a:cubicBezTo>
                    <a:cubicBezTo>
                      <a:pt x="5" y="58"/>
                      <a:pt x="5" y="58"/>
                      <a:pt x="5" y="57"/>
                    </a:cubicBezTo>
                    <a:cubicBezTo>
                      <a:pt x="6" y="56"/>
                      <a:pt x="6" y="55"/>
                      <a:pt x="6" y="53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1"/>
                      <a:pt x="7" y="7"/>
                      <a:pt x="10" y="4"/>
                    </a:cubicBezTo>
                    <a:cubicBezTo>
                      <a:pt x="12" y="1"/>
                      <a:pt x="16" y="0"/>
                      <a:pt x="21" y="0"/>
                    </a:cubicBezTo>
                    <a:cubicBezTo>
                      <a:pt x="24" y="0"/>
                      <a:pt x="26" y="1"/>
                      <a:pt x="28" y="2"/>
                    </a:cubicBezTo>
                    <a:cubicBezTo>
                      <a:pt x="29" y="3"/>
                      <a:pt x="30" y="5"/>
                      <a:pt x="30" y="6"/>
                    </a:cubicBezTo>
                    <a:cubicBezTo>
                      <a:pt x="30" y="8"/>
                      <a:pt x="30" y="9"/>
                      <a:pt x="29" y="10"/>
                    </a:cubicBezTo>
                    <a:cubicBezTo>
                      <a:pt x="28" y="11"/>
                      <a:pt x="26" y="11"/>
                      <a:pt x="25" y="11"/>
                    </a:cubicBezTo>
                    <a:cubicBezTo>
                      <a:pt x="24" y="11"/>
                      <a:pt x="23" y="11"/>
                      <a:pt x="22" y="10"/>
                    </a:cubicBezTo>
                    <a:cubicBezTo>
                      <a:pt x="21" y="9"/>
                      <a:pt x="21" y="9"/>
                      <a:pt x="21" y="8"/>
                    </a:cubicBezTo>
                    <a:cubicBezTo>
                      <a:pt x="21" y="7"/>
                      <a:pt x="21" y="7"/>
                      <a:pt x="21" y="6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21" y="4"/>
                      <a:pt x="21" y="3"/>
                      <a:pt x="20" y="3"/>
                    </a:cubicBezTo>
                    <a:cubicBezTo>
                      <a:pt x="20" y="3"/>
                      <a:pt x="20" y="3"/>
                      <a:pt x="19" y="3"/>
                    </a:cubicBezTo>
                    <a:cubicBezTo>
                      <a:pt x="18" y="3"/>
                      <a:pt x="18" y="3"/>
                      <a:pt x="17" y="4"/>
                    </a:cubicBezTo>
                    <a:cubicBezTo>
                      <a:pt x="17" y="4"/>
                      <a:pt x="16" y="5"/>
                      <a:pt x="16" y="7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4"/>
                      <a:pt x="22" y="24"/>
                      <a:pt x="22" y="24"/>
                    </a:cubicBezTo>
                    <a:lnTo>
                      <a:pt x="16" y="24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4" name="íšlïḋè"/>
              <p:cNvSpPr/>
              <p:nvPr/>
            </p:nvSpPr>
            <p:spPr bwMode="auto">
              <a:xfrm>
                <a:off x="5746750" y="3738563"/>
                <a:ext cx="122238" cy="206375"/>
              </a:xfrm>
              <a:custGeom>
                <a:avLst/>
                <a:gdLst>
                  <a:gd name="T0" fmla="*/ 33 w 37"/>
                  <a:gd name="T1" fmla="*/ 0 h 62"/>
                  <a:gd name="T2" fmla="*/ 33 w 37"/>
                  <a:gd name="T3" fmla="*/ 20 h 62"/>
                  <a:gd name="T4" fmla="*/ 32 w 37"/>
                  <a:gd name="T5" fmla="*/ 20 h 62"/>
                  <a:gd name="T6" fmla="*/ 26 w 37"/>
                  <a:gd name="T7" fmla="*/ 8 h 62"/>
                  <a:gd name="T8" fmla="*/ 17 w 37"/>
                  <a:gd name="T9" fmla="*/ 3 h 62"/>
                  <a:gd name="T10" fmla="*/ 10 w 37"/>
                  <a:gd name="T11" fmla="*/ 6 h 62"/>
                  <a:gd name="T12" fmla="*/ 8 w 37"/>
                  <a:gd name="T13" fmla="*/ 11 h 62"/>
                  <a:gd name="T14" fmla="*/ 9 w 37"/>
                  <a:gd name="T15" fmla="*/ 15 h 62"/>
                  <a:gd name="T16" fmla="*/ 13 w 37"/>
                  <a:gd name="T17" fmla="*/ 19 h 62"/>
                  <a:gd name="T18" fmla="*/ 21 w 37"/>
                  <a:gd name="T19" fmla="*/ 24 h 62"/>
                  <a:gd name="T20" fmla="*/ 33 w 37"/>
                  <a:gd name="T21" fmla="*/ 34 h 62"/>
                  <a:gd name="T22" fmla="*/ 37 w 37"/>
                  <a:gd name="T23" fmla="*/ 44 h 62"/>
                  <a:gd name="T24" fmla="*/ 31 w 37"/>
                  <a:gd name="T25" fmla="*/ 57 h 62"/>
                  <a:gd name="T26" fmla="*/ 18 w 37"/>
                  <a:gd name="T27" fmla="*/ 62 h 62"/>
                  <a:gd name="T28" fmla="*/ 14 w 37"/>
                  <a:gd name="T29" fmla="*/ 62 h 62"/>
                  <a:gd name="T30" fmla="*/ 8 w 37"/>
                  <a:gd name="T31" fmla="*/ 59 h 62"/>
                  <a:gd name="T32" fmla="*/ 5 w 37"/>
                  <a:gd name="T33" fmla="*/ 59 h 62"/>
                  <a:gd name="T34" fmla="*/ 3 w 37"/>
                  <a:gd name="T35" fmla="*/ 59 h 62"/>
                  <a:gd name="T36" fmla="*/ 1 w 37"/>
                  <a:gd name="T37" fmla="*/ 62 h 62"/>
                  <a:gd name="T38" fmla="*/ 0 w 37"/>
                  <a:gd name="T39" fmla="*/ 62 h 62"/>
                  <a:gd name="T40" fmla="*/ 0 w 37"/>
                  <a:gd name="T41" fmla="*/ 40 h 62"/>
                  <a:gd name="T42" fmla="*/ 1 w 37"/>
                  <a:gd name="T43" fmla="*/ 40 h 62"/>
                  <a:gd name="T44" fmla="*/ 8 w 37"/>
                  <a:gd name="T45" fmla="*/ 54 h 62"/>
                  <a:gd name="T46" fmla="*/ 18 w 37"/>
                  <a:gd name="T47" fmla="*/ 59 h 62"/>
                  <a:gd name="T48" fmla="*/ 25 w 37"/>
                  <a:gd name="T49" fmla="*/ 56 h 62"/>
                  <a:gd name="T50" fmla="*/ 28 w 37"/>
                  <a:gd name="T51" fmla="*/ 50 h 62"/>
                  <a:gd name="T52" fmla="*/ 27 w 37"/>
                  <a:gd name="T53" fmla="*/ 46 h 62"/>
                  <a:gd name="T54" fmla="*/ 24 w 37"/>
                  <a:gd name="T55" fmla="*/ 42 h 62"/>
                  <a:gd name="T56" fmla="*/ 17 w 37"/>
                  <a:gd name="T57" fmla="*/ 38 h 62"/>
                  <a:gd name="T58" fmla="*/ 6 w 37"/>
                  <a:gd name="T59" fmla="*/ 31 h 62"/>
                  <a:gd name="T60" fmla="*/ 1 w 37"/>
                  <a:gd name="T61" fmla="*/ 25 h 62"/>
                  <a:gd name="T62" fmla="*/ 0 w 37"/>
                  <a:gd name="T63" fmla="*/ 17 h 62"/>
                  <a:gd name="T64" fmla="*/ 4 w 37"/>
                  <a:gd name="T65" fmla="*/ 5 h 62"/>
                  <a:gd name="T66" fmla="*/ 16 w 37"/>
                  <a:gd name="T67" fmla="*/ 0 h 62"/>
                  <a:gd name="T68" fmla="*/ 21 w 37"/>
                  <a:gd name="T69" fmla="*/ 1 h 62"/>
                  <a:gd name="T70" fmla="*/ 25 w 37"/>
                  <a:gd name="T71" fmla="*/ 3 h 62"/>
                  <a:gd name="T72" fmla="*/ 29 w 37"/>
                  <a:gd name="T73" fmla="*/ 4 h 62"/>
                  <a:gd name="T74" fmla="*/ 31 w 37"/>
                  <a:gd name="T75" fmla="*/ 3 h 62"/>
                  <a:gd name="T76" fmla="*/ 32 w 37"/>
                  <a:gd name="T77" fmla="*/ 0 h 62"/>
                  <a:gd name="T78" fmla="*/ 33 w 37"/>
                  <a:gd name="T79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37" h="62">
                    <a:moveTo>
                      <a:pt x="33" y="0"/>
                    </a:moveTo>
                    <a:cubicBezTo>
                      <a:pt x="33" y="20"/>
                      <a:pt x="33" y="20"/>
                      <a:pt x="33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5"/>
                      <a:pt x="29" y="11"/>
                      <a:pt x="26" y="8"/>
                    </a:cubicBezTo>
                    <a:cubicBezTo>
                      <a:pt x="23" y="5"/>
                      <a:pt x="20" y="3"/>
                      <a:pt x="17" y="3"/>
                    </a:cubicBezTo>
                    <a:cubicBezTo>
                      <a:pt x="14" y="3"/>
                      <a:pt x="12" y="4"/>
                      <a:pt x="10" y="6"/>
                    </a:cubicBezTo>
                    <a:cubicBezTo>
                      <a:pt x="9" y="7"/>
                      <a:pt x="8" y="9"/>
                      <a:pt x="8" y="11"/>
                    </a:cubicBezTo>
                    <a:cubicBezTo>
                      <a:pt x="8" y="12"/>
                      <a:pt x="8" y="14"/>
                      <a:pt x="9" y="15"/>
                    </a:cubicBezTo>
                    <a:cubicBezTo>
                      <a:pt x="10" y="16"/>
                      <a:pt x="11" y="17"/>
                      <a:pt x="13" y="19"/>
                    </a:cubicBezTo>
                    <a:cubicBezTo>
                      <a:pt x="14" y="20"/>
                      <a:pt x="17" y="21"/>
                      <a:pt x="21" y="24"/>
                    </a:cubicBezTo>
                    <a:cubicBezTo>
                      <a:pt x="27" y="27"/>
                      <a:pt x="31" y="31"/>
                      <a:pt x="33" y="34"/>
                    </a:cubicBezTo>
                    <a:cubicBezTo>
                      <a:pt x="36" y="37"/>
                      <a:pt x="37" y="40"/>
                      <a:pt x="37" y="44"/>
                    </a:cubicBezTo>
                    <a:cubicBezTo>
                      <a:pt x="37" y="49"/>
                      <a:pt x="35" y="53"/>
                      <a:pt x="31" y="57"/>
                    </a:cubicBezTo>
                    <a:cubicBezTo>
                      <a:pt x="28" y="60"/>
                      <a:pt x="24" y="62"/>
                      <a:pt x="18" y="62"/>
                    </a:cubicBezTo>
                    <a:cubicBezTo>
                      <a:pt x="17" y="62"/>
                      <a:pt x="15" y="62"/>
                      <a:pt x="14" y="62"/>
                    </a:cubicBezTo>
                    <a:cubicBezTo>
                      <a:pt x="12" y="61"/>
                      <a:pt x="10" y="61"/>
                      <a:pt x="8" y="59"/>
                    </a:cubicBezTo>
                    <a:cubicBezTo>
                      <a:pt x="7" y="59"/>
                      <a:pt x="6" y="59"/>
                      <a:pt x="5" y="59"/>
                    </a:cubicBezTo>
                    <a:cubicBezTo>
                      <a:pt x="4" y="59"/>
                      <a:pt x="4" y="59"/>
                      <a:pt x="3" y="59"/>
                    </a:cubicBezTo>
                    <a:cubicBezTo>
                      <a:pt x="2" y="60"/>
                      <a:pt x="2" y="61"/>
                      <a:pt x="1" y="62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2" y="46"/>
                      <a:pt x="4" y="51"/>
                      <a:pt x="8" y="54"/>
                    </a:cubicBezTo>
                    <a:cubicBezTo>
                      <a:pt x="11" y="57"/>
                      <a:pt x="14" y="59"/>
                      <a:pt x="18" y="59"/>
                    </a:cubicBezTo>
                    <a:cubicBezTo>
                      <a:pt x="21" y="59"/>
                      <a:pt x="23" y="58"/>
                      <a:pt x="25" y="56"/>
                    </a:cubicBezTo>
                    <a:cubicBezTo>
                      <a:pt x="27" y="55"/>
                      <a:pt x="28" y="53"/>
                      <a:pt x="28" y="50"/>
                    </a:cubicBezTo>
                    <a:cubicBezTo>
                      <a:pt x="28" y="49"/>
                      <a:pt x="27" y="47"/>
                      <a:pt x="27" y="46"/>
                    </a:cubicBezTo>
                    <a:cubicBezTo>
                      <a:pt x="26" y="45"/>
                      <a:pt x="25" y="44"/>
                      <a:pt x="24" y="42"/>
                    </a:cubicBezTo>
                    <a:cubicBezTo>
                      <a:pt x="22" y="41"/>
                      <a:pt x="20" y="40"/>
                      <a:pt x="17" y="38"/>
                    </a:cubicBezTo>
                    <a:cubicBezTo>
                      <a:pt x="12" y="35"/>
                      <a:pt x="8" y="33"/>
                      <a:pt x="6" y="31"/>
                    </a:cubicBezTo>
                    <a:cubicBezTo>
                      <a:pt x="4" y="29"/>
                      <a:pt x="3" y="27"/>
                      <a:pt x="1" y="25"/>
                    </a:cubicBezTo>
                    <a:cubicBezTo>
                      <a:pt x="0" y="22"/>
                      <a:pt x="0" y="20"/>
                      <a:pt x="0" y="17"/>
                    </a:cubicBezTo>
                    <a:cubicBezTo>
                      <a:pt x="0" y="12"/>
                      <a:pt x="1" y="8"/>
                      <a:pt x="4" y="5"/>
                    </a:cubicBezTo>
                    <a:cubicBezTo>
                      <a:pt x="7" y="2"/>
                      <a:pt x="11" y="0"/>
                      <a:pt x="16" y="0"/>
                    </a:cubicBezTo>
                    <a:cubicBezTo>
                      <a:pt x="18" y="0"/>
                      <a:pt x="19" y="0"/>
                      <a:pt x="21" y="1"/>
                    </a:cubicBezTo>
                    <a:cubicBezTo>
                      <a:pt x="22" y="1"/>
                      <a:pt x="24" y="2"/>
                      <a:pt x="25" y="3"/>
                    </a:cubicBezTo>
                    <a:cubicBezTo>
                      <a:pt x="27" y="4"/>
                      <a:pt x="28" y="4"/>
                      <a:pt x="29" y="4"/>
                    </a:cubicBezTo>
                    <a:cubicBezTo>
                      <a:pt x="30" y="4"/>
                      <a:pt x="30" y="4"/>
                      <a:pt x="31" y="3"/>
                    </a:cubicBezTo>
                    <a:cubicBezTo>
                      <a:pt x="31" y="3"/>
                      <a:pt x="31" y="2"/>
                      <a:pt x="32" y="0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5" name="ïsľíḓe"/>
              <p:cNvSpPr/>
              <p:nvPr/>
            </p:nvSpPr>
            <p:spPr bwMode="auto">
              <a:xfrm>
                <a:off x="5894388" y="3802063"/>
                <a:ext cx="103188" cy="142875"/>
              </a:xfrm>
              <a:custGeom>
                <a:avLst/>
                <a:gdLst>
                  <a:gd name="T0" fmla="*/ 29 w 31"/>
                  <a:gd name="T1" fmla="*/ 31 h 43"/>
                  <a:gd name="T2" fmla="*/ 31 w 31"/>
                  <a:gd name="T3" fmla="*/ 32 h 43"/>
                  <a:gd name="T4" fmla="*/ 24 w 31"/>
                  <a:gd name="T5" fmla="*/ 40 h 43"/>
                  <a:gd name="T6" fmla="*/ 16 w 31"/>
                  <a:gd name="T7" fmla="*/ 43 h 43"/>
                  <a:gd name="T8" fmla="*/ 5 w 31"/>
                  <a:gd name="T9" fmla="*/ 37 h 43"/>
                  <a:gd name="T10" fmla="*/ 0 w 31"/>
                  <a:gd name="T11" fmla="*/ 22 h 43"/>
                  <a:gd name="T12" fmla="*/ 4 w 31"/>
                  <a:gd name="T13" fmla="*/ 7 h 43"/>
                  <a:gd name="T14" fmla="*/ 17 w 31"/>
                  <a:gd name="T15" fmla="*/ 0 h 43"/>
                  <a:gd name="T16" fmla="*/ 26 w 31"/>
                  <a:gd name="T17" fmla="*/ 3 h 43"/>
                  <a:gd name="T18" fmla="*/ 30 w 31"/>
                  <a:gd name="T19" fmla="*/ 10 h 43"/>
                  <a:gd name="T20" fmla="*/ 28 w 31"/>
                  <a:gd name="T21" fmla="*/ 14 h 43"/>
                  <a:gd name="T22" fmla="*/ 25 w 31"/>
                  <a:gd name="T23" fmla="*/ 15 h 43"/>
                  <a:gd name="T24" fmla="*/ 21 w 31"/>
                  <a:gd name="T25" fmla="*/ 14 h 43"/>
                  <a:gd name="T26" fmla="*/ 19 w 31"/>
                  <a:gd name="T27" fmla="*/ 8 h 43"/>
                  <a:gd name="T28" fmla="*/ 18 w 31"/>
                  <a:gd name="T29" fmla="*/ 4 h 43"/>
                  <a:gd name="T30" fmla="*/ 16 w 31"/>
                  <a:gd name="T31" fmla="*/ 3 h 43"/>
                  <a:gd name="T32" fmla="*/ 13 w 31"/>
                  <a:gd name="T33" fmla="*/ 5 h 43"/>
                  <a:gd name="T34" fmla="*/ 11 w 31"/>
                  <a:gd name="T35" fmla="*/ 15 h 43"/>
                  <a:gd name="T36" fmla="*/ 12 w 31"/>
                  <a:gd name="T37" fmla="*/ 26 h 43"/>
                  <a:gd name="T38" fmla="*/ 17 w 31"/>
                  <a:gd name="T39" fmla="*/ 34 h 43"/>
                  <a:gd name="T40" fmla="*/ 22 w 31"/>
                  <a:gd name="T41" fmla="*/ 36 h 43"/>
                  <a:gd name="T42" fmla="*/ 25 w 31"/>
                  <a:gd name="T43" fmla="*/ 35 h 43"/>
                  <a:gd name="T44" fmla="*/ 29 w 31"/>
                  <a:gd name="T45" fmla="*/ 3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43">
                    <a:moveTo>
                      <a:pt x="29" y="31"/>
                    </a:move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6"/>
                      <a:pt x="27" y="39"/>
                      <a:pt x="24" y="40"/>
                    </a:cubicBezTo>
                    <a:cubicBezTo>
                      <a:pt x="22" y="42"/>
                      <a:pt x="19" y="43"/>
                      <a:pt x="16" y="43"/>
                    </a:cubicBezTo>
                    <a:cubicBezTo>
                      <a:pt x="11" y="43"/>
                      <a:pt x="7" y="41"/>
                      <a:pt x="5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2"/>
                      <a:pt x="4" y="7"/>
                    </a:cubicBezTo>
                    <a:cubicBezTo>
                      <a:pt x="7" y="2"/>
                      <a:pt x="12" y="0"/>
                      <a:pt x="17" y="0"/>
                    </a:cubicBezTo>
                    <a:cubicBezTo>
                      <a:pt x="21" y="0"/>
                      <a:pt x="24" y="1"/>
                      <a:pt x="26" y="3"/>
                    </a:cubicBezTo>
                    <a:cubicBezTo>
                      <a:pt x="28" y="5"/>
                      <a:pt x="30" y="7"/>
                      <a:pt x="30" y="10"/>
                    </a:cubicBezTo>
                    <a:cubicBezTo>
                      <a:pt x="30" y="12"/>
                      <a:pt x="29" y="13"/>
                      <a:pt x="28" y="14"/>
                    </a:cubicBezTo>
                    <a:cubicBezTo>
                      <a:pt x="27" y="15"/>
                      <a:pt x="26" y="15"/>
                      <a:pt x="25" y="15"/>
                    </a:cubicBezTo>
                    <a:cubicBezTo>
                      <a:pt x="23" y="15"/>
                      <a:pt x="22" y="15"/>
                      <a:pt x="21" y="14"/>
                    </a:cubicBezTo>
                    <a:cubicBezTo>
                      <a:pt x="20" y="13"/>
                      <a:pt x="19" y="11"/>
                      <a:pt x="19" y="8"/>
                    </a:cubicBezTo>
                    <a:cubicBezTo>
                      <a:pt x="19" y="6"/>
                      <a:pt x="19" y="4"/>
                      <a:pt x="18" y="4"/>
                    </a:cubicBezTo>
                    <a:cubicBezTo>
                      <a:pt x="17" y="3"/>
                      <a:pt x="17" y="3"/>
                      <a:pt x="16" y="3"/>
                    </a:cubicBezTo>
                    <a:cubicBezTo>
                      <a:pt x="15" y="3"/>
                      <a:pt x="14" y="3"/>
                      <a:pt x="13" y="5"/>
                    </a:cubicBezTo>
                    <a:cubicBezTo>
                      <a:pt x="11" y="7"/>
                      <a:pt x="11" y="11"/>
                      <a:pt x="11" y="15"/>
                    </a:cubicBezTo>
                    <a:cubicBezTo>
                      <a:pt x="11" y="19"/>
                      <a:pt x="11" y="23"/>
                      <a:pt x="12" y="26"/>
                    </a:cubicBezTo>
                    <a:cubicBezTo>
                      <a:pt x="13" y="30"/>
                      <a:pt x="15" y="32"/>
                      <a:pt x="17" y="34"/>
                    </a:cubicBezTo>
                    <a:cubicBezTo>
                      <a:pt x="18" y="35"/>
                      <a:pt x="20" y="36"/>
                      <a:pt x="22" y="36"/>
                    </a:cubicBezTo>
                    <a:cubicBezTo>
                      <a:pt x="23" y="36"/>
                      <a:pt x="24" y="36"/>
                      <a:pt x="25" y="35"/>
                    </a:cubicBezTo>
                    <a:cubicBezTo>
                      <a:pt x="27" y="34"/>
                      <a:pt x="28" y="33"/>
                      <a:pt x="29" y="31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6" name="i$ļïḑê"/>
              <p:cNvSpPr/>
              <p:nvPr/>
            </p:nvSpPr>
            <p:spPr bwMode="auto">
              <a:xfrm>
                <a:off x="6016625" y="3738563"/>
                <a:ext cx="63500" cy="203200"/>
              </a:xfrm>
              <a:custGeom>
                <a:avLst/>
                <a:gdLst>
                  <a:gd name="T0" fmla="*/ 9 w 19"/>
                  <a:gd name="T1" fmla="*/ 0 h 61"/>
                  <a:gd name="T2" fmla="*/ 14 w 19"/>
                  <a:gd name="T3" fmla="*/ 2 h 61"/>
                  <a:gd name="T4" fmla="*/ 15 w 19"/>
                  <a:gd name="T5" fmla="*/ 7 h 61"/>
                  <a:gd name="T6" fmla="*/ 14 w 19"/>
                  <a:gd name="T7" fmla="*/ 12 h 61"/>
                  <a:gd name="T8" fmla="*/ 9 w 19"/>
                  <a:gd name="T9" fmla="*/ 14 h 61"/>
                  <a:gd name="T10" fmla="*/ 5 w 19"/>
                  <a:gd name="T11" fmla="*/ 12 h 61"/>
                  <a:gd name="T12" fmla="*/ 3 w 19"/>
                  <a:gd name="T13" fmla="*/ 7 h 61"/>
                  <a:gd name="T14" fmla="*/ 5 w 19"/>
                  <a:gd name="T15" fmla="*/ 2 h 61"/>
                  <a:gd name="T16" fmla="*/ 9 w 19"/>
                  <a:gd name="T17" fmla="*/ 0 h 61"/>
                  <a:gd name="T18" fmla="*/ 15 w 19"/>
                  <a:gd name="T19" fmla="*/ 20 h 61"/>
                  <a:gd name="T20" fmla="*/ 15 w 19"/>
                  <a:gd name="T21" fmla="*/ 52 h 61"/>
                  <a:gd name="T22" fmla="*/ 16 w 19"/>
                  <a:gd name="T23" fmla="*/ 58 h 61"/>
                  <a:gd name="T24" fmla="*/ 19 w 19"/>
                  <a:gd name="T25" fmla="*/ 59 h 61"/>
                  <a:gd name="T26" fmla="*/ 19 w 19"/>
                  <a:gd name="T27" fmla="*/ 61 h 61"/>
                  <a:gd name="T28" fmla="*/ 0 w 19"/>
                  <a:gd name="T29" fmla="*/ 61 h 61"/>
                  <a:gd name="T30" fmla="*/ 0 w 19"/>
                  <a:gd name="T31" fmla="*/ 59 h 61"/>
                  <a:gd name="T32" fmla="*/ 3 w 19"/>
                  <a:gd name="T33" fmla="*/ 58 h 61"/>
                  <a:gd name="T34" fmla="*/ 4 w 19"/>
                  <a:gd name="T35" fmla="*/ 52 h 61"/>
                  <a:gd name="T36" fmla="*/ 4 w 19"/>
                  <a:gd name="T37" fmla="*/ 28 h 61"/>
                  <a:gd name="T38" fmla="*/ 3 w 19"/>
                  <a:gd name="T39" fmla="*/ 23 h 61"/>
                  <a:gd name="T40" fmla="*/ 0 w 19"/>
                  <a:gd name="T41" fmla="*/ 21 h 61"/>
                  <a:gd name="T42" fmla="*/ 0 w 19"/>
                  <a:gd name="T43" fmla="*/ 20 h 61"/>
                  <a:gd name="T44" fmla="*/ 15 w 19"/>
                  <a:gd name="T45" fmla="*/ 2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9" h="61">
                    <a:moveTo>
                      <a:pt x="9" y="0"/>
                    </a:moveTo>
                    <a:cubicBezTo>
                      <a:pt x="11" y="0"/>
                      <a:pt x="12" y="1"/>
                      <a:pt x="14" y="2"/>
                    </a:cubicBezTo>
                    <a:cubicBezTo>
                      <a:pt x="15" y="3"/>
                      <a:pt x="15" y="5"/>
                      <a:pt x="15" y="7"/>
                    </a:cubicBezTo>
                    <a:cubicBezTo>
                      <a:pt x="15" y="9"/>
                      <a:pt x="15" y="10"/>
                      <a:pt x="14" y="12"/>
                    </a:cubicBezTo>
                    <a:cubicBezTo>
                      <a:pt x="12" y="13"/>
                      <a:pt x="11" y="14"/>
                      <a:pt x="9" y="14"/>
                    </a:cubicBezTo>
                    <a:cubicBezTo>
                      <a:pt x="8" y="14"/>
                      <a:pt x="6" y="13"/>
                      <a:pt x="5" y="12"/>
                    </a:cubicBezTo>
                    <a:cubicBezTo>
                      <a:pt x="4" y="10"/>
                      <a:pt x="3" y="9"/>
                      <a:pt x="3" y="7"/>
                    </a:cubicBezTo>
                    <a:cubicBezTo>
                      <a:pt x="3" y="5"/>
                      <a:pt x="4" y="3"/>
                      <a:pt x="5" y="2"/>
                    </a:cubicBezTo>
                    <a:cubicBezTo>
                      <a:pt x="6" y="1"/>
                      <a:pt x="8" y="0"/>
                      <a:pt x="9" y="0"/>
                    </a:cubicBezTo>
                    <a:close/>
                    <a:moveTo>
                      <a:pt x="15" y="20"/>
                    </a:move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5"/>
                      <a:pt x="15" y="57"/>
                      <a:pt x="16" y="58"/>
                    </a:cubicBezTo>
                    <a:cubicBezTo>
                      <a:pt x="16" y="59"/>
                      <a:pt x="17" y="59"/>
                      <a:pt x="19" y="59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" y="59"/>
                      <a:pt x="2" y="59"/>
                      <a:pt x="3" y="58"/>
                    </a:cubicBezTo>
                    <a:cubicBezTo>
                      <a:pt x="4" y="57"/>
                      <a:pt x="4" y="55"/>
                      <a:pt x="4" y="52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4" y="25"/>
                      <a:pt x="4" y="24"/>
                      <a:pt x="3" y="23"/>
                    </a:cubicBezTo>
                    <a:cubicBezTo>
                      <a:pt x="2" y="22"/>
                      <a:pt x="1" y="22"/>
                      <a:pt x="0" y="21"/>
                    </a:cubicBezTo>
                    <a:cubicBezTo>
                      <a:pt x="0" y="20"/>
                      <a:pt x="0" y="20"/>
                      <a:pt x="0" y="20"/>
                    </a:cubicBezTo>
                    <a:lnTo>
                      <a:pt x="15" y="2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7" name="ïşļiḋê"/>
              <p:cNvSpPr/>
              <p:nvPr/>
            </p:nvSpPr>
            <p:spPr bwMode="auto">
              <a:xfrm>
                <a:off x="6102350" y="3802063"/>
                <a:ext cx="98425" cy="142875"/>
              </a:xfrm>
              <a:custGeom>
                <a:avLst/>
                <a:gdLst>
                  <a:gd name="T0" fmla="*/ 30 w 30"/>
                  <a:gd name="T1" fmla="*/ 20 h 43"/>
                  <a:gd name="T2" fmla="*/ 10 w 30"/>
                  <a:gd name="T3" fmla="*/ 20 h 43"/>
                  <a:gd name="T4" fmla="*/ 14 w 30"/>
                  <a:gd name="T5" fmla="*/ 33 h 43"/>
                  <a:gd name="T6" fmla="*/ 20 w 30"/>
                  <a:gd name="T7" fmla="*/ 36 h 43"/>
                  <a:gd name="T8" fmla="*/ 24 w 30"/>
                  <a:gd name="T9" fmla="*/ 35 h 43"/>
                  <a:gd name="T10" fmla="*/ 28 w 30"/>
                  <a:gd name="T11" fmla="*/ 30 h 43"/>
                  <a:gd name="T12" fmla="*/ 30 w 30"/>
                  <a:gd name="T13" fmla="*/ 31 h 43"/>
                  <a:gd name="T14" fmla="*/ 23 w 30"/>
                  <a:gd name="T15" fmla="*/ 40 h 43"/>
                  <a:gd name="T16" fmla="*/ 15 w 30"/>
                  <a:gd name="T17" fmla="*/ 43 h 43"/>
                  <a:gd name="T18" fmla="*/ 3 w 30"/>
                  <a:gd name="T19" fmla="*/ 36 h 43"/>
                  <a:gd name="T20" fmla="*/ 0 w 30"/>
                  <a:gd name="T21" fmla="*/ 22 h 43"/>
                  <a:gd name="T22" fmla="*/ 4 w 30"/>
                  <a:gd name="T23" fmla="*/ 6 h 43"/>
                  <a:gd name="T24" fmla="*/ 16 w 30"/>
                  <a:gd name="T25" fmla="*/ 0 h 43"/>
                  <a:gd name="T26" fmla="*/ 25 w 30"/>
                  <a:gd name="T27" fmla="*/ 5 h 43"/>
                  <a:gd name="T28" fmla="*/ 30 w 30"/>
                  <a:gd name="T29" fmla="*/ 20 h 43"/>
                  <a:gd name="T30" fmla="*/ 20 w 30"/>
                  <a:gd name="T31" fmla="*/ 17 h 43"/>
                  <a:gd name="T32" fmla="*/ 20 w 30"/>
                  <a:gd name="T33" fmla="*/ 7 h 43"/>
                  <a:gd name="T34" fmla="*/ 17 w 30"/>
                  <a:gd name="T35" fmla="*/ 3 h 43"/>
                  <a:gd name="T36" fmla="*/ 15 w 30"/>
                  <a:gd name="T37" fmla="*/ 2 h 43"/>
                  <a:gd name="T38" fmla="*/ 12 w 30"/>
                  <a:gd name="T39" fmla="*/ 5 h 43"/>
                  <a:gd name="T40" fmla="*/ 10 w 30"/>
                  <a:gd name="T41" fmla="*/ 15 h 43"/>
                  <a:gd name="T42" fmla="*/ 10 w 30"/>
                  <a:gd name="T43" fmla="*/ 17 h 43"/>
                  <a:gd name="T44" fmla="*/ 20 w 30"/>
                  <a:gd name="T45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30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25"/>
                      <a:pt x="11" y="30"/>
                      <a:pt x="14" y="33"/>
                    </a:cubicBezTo>
                    <a:cubicBezTo>
                      <a:pt x="16" y="35"/>
                      <a:pt x="18" y="36"/>
                      <a:pt x="20" y="36"/>
                    </a:cubicBezTo>
                    <a:cubicBezTo>
                      <a:pt x="22" y="36"/>
                      <a:pt x="23" y="36"/>
                      <a:pt x="24" y="35"/>
                    </a:cubicBezTo>
                    <a:cubicBezTo>
                      <a:pt x="26" y="34"/>
                      <a:pt x="27" y="32"/>
                      <a:pt x="28" y="30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28" y="35"/>
                      <a:pt x="26" y="38"/>
                      <a:pt x="23" y="40"/>
                    </a:cubicBezTo>
                    <a:cubicBezTo>
                      <a:pt x="21" y="42"/>
                      <a:pt x="18" y="43"/>
                      <a:pt x="15" y="43"/>
                    </a:cubicBezTo>
                    <a:cubicBezTo>
                      <a:pt x="10" y="43"/>
                      <a:pt x="6" y="41"/>
                      <a:pt x="3" y="36"/>
                    </a:cubicBezTo>
                    <a:cubicBezTo>
                      <a:pt x="1" y="32"/>
                      <a:pt x="0" y="28"/>
                      <a:pt x="0" y="22"/>
                    </a:cubicBezTo>
                    <a:cubicBezTo>
                      <a:pt x="0" y="15"/>
                      <a:pt x="1" y="10"/>
                      <a:pt x="4" y="6"/>
                    </a:cubicBezTo>
                    <a:cubicBezTo>
                      <a:pt x="8" y="2"/>
                      <a:pt x="12" y="0"/>
                      <a:pt x="16" y="0"/>
                    </a:cubicBezTo>
                    <a:cubicBezTo>
                      <a:pt x="20" y="0"/>
                      <a:pt x="23" y="1"/>
                      <a:pt x="25" y="5"/>
                    </a:cubicBezTo>
                    <a:cubicBezTo>
                      <a:pt x="28" y="8"/>
                      <a:pt x="30" y="13"/>
                      <a:pt x="30" y="20"/>
                    </a:cubicBezTo>
                    <a:close/>
                    <a:moveTo>
                      <a:pt x="20" y="17"/>
                    </a:moveTo>
                    <a:cubicBezTo>
                      <a:pt x="20" y="12"/>
                      <a:pt x="20" y="9"/>
                      <a:pt x="20" y="7"/>
                    </a:cubicBezTo>
                    <a:cubicBezTo>
                      <a:pt x="19" y="5"/>
                      <a:pt x="18" y="4"/>
                      <a:pt x="17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4" y="2"/>
                      <a:pt x="13" y="3"/>
                      <a:pt x="12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7"/>
                      <a:pt x="10" y="17"/>
                      <a:pt x="10" y="17"/>
                    </a:cubicBezTo>
                    <a:lnTo>
                      <a:pt x="20" y="1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8" name="išľïḋé"/>
              <p:cNvSpPr/>
              <p:nvPr/>
            </p:nvSpPr>
            <p:spPr bwMode="auto">
              <a:xfrm>
                <a:off x="6224588" y="3802063"/>
                <a:ext cx="128588" cy="139700"/>
              </a:xfrm>
              <a:custGeom>
                <a:avLst/>
                <a:gdLst>
                  <a:gd name="T0" fmla="*/ 15 w 39"/>
                  <a:gd name="T1" fmla="*/ 1 h 42"/>
                  <a:gd name="T2" fmla="*/ 15 w 39"/>
                  <a:gd name="T3" fmla="*/ 6 h 42"/>
                  <a:gd name="T4" fmla="*/ 20 w 39"/>
                  <a:gd name="T5" fmla="*/ 1 h 42"/>
                  <a:gd name="T6" fmla="*/ 25 w 39"/>
                  <a:gd name="T7" fmla="*/ 0 h 42"/>
                  <a:gd name="T8" fmla="*/ 31 w 39"/>
                  <a:gd name="T9" fmla="*/ 2 h 42"/>
                  <a:gd name="T10" fmla="*/ 34 w 39"/>
                  <a:gd name="T11" fmla="*/ 7 h 42"/>
                  <a:gd name="T12" fmla="*/ 35 w 39"/>
                  <a:gd name="T13" fmla="*/ 17 h 42"/>
                  <a:gd name="T14" fmla="*/ 35 w 39"/>
                  <a:gd name="T15" fmla="*/ 33 h 42"/>
                  <a:gd name="T16" fmla="*/ 36 w 39"/>
                  <a:gd name="T17" fmla="*/ 39 h 42"/>
                  <a:gd name="T18" fmla="*/ 39 w 39"/>
                  <a:gd name="T19" fmla="*/ 40 h 42"/>
                  <a:gd name="T20" fmla="*/ 39 w 39"/>
                  <a:gd name="T21" fmla="*/ 42 h 42"/>
                  <a:gd name="T22" fmla="*/ 21 w 39"/>
                  <a:gd name="T23" fmla="*/ 42 h 42"/>
                  <a:gd name="T24" fmla="*/ 21 w 39"/>
                  <a:gd name="T25" fmla="*/ 40 h 42"/>
                  <a:gd name="T26" fmla="*/ 24 w 39"/>
                  <a:gd name="T27" fmla="*/ 38 h 42"/>
                  <a:gd name="T28" fmla="*/ 24 w 39"/>
                  <a:gd name="T29" fmla="*/ 33 h 42"/>
                  <a:gd name="T30" fmla="*/ 24 w 39"/>
                  <a:gd name="T31" fmla="*/ 15 h 42"/>
                  <a:gd name="T32" fmla="*/ 24 w 39"/>
                  <a:gd name="T33" fmla="*/ 8 h 42"/>
                  <a:gd name="T34" fmla="*/ 23 w 39"/>
                  <a:gd name="T35" fmla="*/ 6 h 42"/>
                  <a:gd name="T36" fmla="*/ 21 w 39"/>
                  <a:gd name="T37" fmla="*/ 6 h 42"/>
                  <a:gd name="T38" fmla="*/ 15 w 39"/>
                  <a:gd name="T39" fmla="*/ 11 h 42"/>
                  <a:gd name="T40" fmla="*/ 15 w 39"/>
                  <a:gd name="T41" fmla="*/ 33 h 42"/>
                  <a:gd name="T42" fmla="*/ 15 w 39"/>
                  <a:gd name="T43" fmla="*/ 39 h 42"/>
                  <a:gd name="T44" fmla="*/ 18 w 39"/>
                  <a:gd name="T45" fmla="*/ 40 h 42"/>
                  <a:gd name="T46" fmla="*/ 18 w 39"/>
                  <a:gd name="T47" fmla="*/ 42 h 42"/>
                  <a:gd name="T48" fmla="*/ 0 w 39"/>
                  <a:gd name="T49" fmla="*/ 42 h 42"/>
                  <a:gd name="T50" fmla="*/ 0 w 39"/>
                  <a:gd name="T51" fmla="*/ 40 h 42"/>
                  <a:gd name="T52" fmla="*/ 3 w 39"/>
                  <a:gd name="T53" fmla="*/ 39 h 42"/>
                  <a:gd name="T54" fmla="*/ 4 w 39"/>
                  <a:gd name="T55" fmla="*/ 33 h 42"/>
                  <a:gd name="T56" fmla="*/ 4 w 39"/>
                  <a:gd name="T57" fmla="*/ 10 h 42"/>
                  <a:gd name="T58" fmla="*/ 3 w 39"/>
                  <a:gd name="T59" fmla="*/ 4 h 42"/>
                  <a:gd name="T60" fmla="*/ 0 w 39"/>
                  <a:gd name="T61" fmla="*/ 2 h 42"/>
                  <a:gd name="T62" fmla="*/ 0 w 39"/>
                  <a:gd name="T63" fmla="*/ 1 h 42"/>
                  <a:gd name="T64" fmla="*/ 15 w 39"/>
                  <a:gd name="T65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2">
                    <a:moveTo>
                      <a:pt x="15" y="1"/>
                    </a:moveTo>
                    <a:cubicBezTo>
                      <a:pt x="15" y="6"/>
                      <a:pt x="15" y="6"/>
                      <a:pt x="15" y="6"/>
                    </a:cubicBezTo>
                    <a:cubicBezTo>
                      <a:pt x="16" y="4"/>
                      <a:pt x="18" y="2"/>
                      <a:pt x="20" y="1"/>
                    </a:cubicBezTo>
                    <a:cubicBezTo>
                      <a:pt x="22" y="0"/>
                      <a:pt x="24" y="0"/>
                      <a:pt x="25" y="0"/>
                    </a:cubicBezTo>
                    <a:cubicBezTo>
                      <a:pt x="28" y="0"/>
                      <a:pt x="30" y="0"/>
                      <a:pt x="31" y="2"/>
                    </a:cubicBezTo>
                    <a:cubicBezTo>
                      <a:pt x="33" y="3"/>
                      <a:pt x="34" y="5"/>
                      <a:pt x="34" y="7"/>
                    </a:cubicBezTo>
                    <a:cubicBezTo>
                      <a:pt x="35" y="9"/>
                      <a:pt x="35" y="12"/>
                      <a:pt x="35" y="17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6"/>
                      <a:pt x="35" y="38"/>
                      <a:pt x="36" y="39"/>
                    </a:cubicBezTo>
                    <a:cubicBezTo>
                      <a:pt x="36" y="40"/>
                      <a:pt x="37" y="40"/>
                      <a:pt x="39" y="40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21" y="42"/>
                      <a:pt x="21" y="42"/>
                      <a:pt x="21" y="42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2" y="40"/>
                      <a:pt x="23" y="39"/>
                      <a:pt x="24" y="38"/>
                    </a:cubicBezTo>
                    <a:cubicBezTo>
                      <a:pt x="24" y="38"/>
                      <a:pt x="24" y="36"/>
                      <a:pt x="24" y="33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1"/>
                      <a:pt x="24" y="9"/>
                      <a:pt x="24" y="8"/>
                    </a:cubicBezTo>
                    <a:cubicBezTo>
                      <a:pt x="24" y="7"/>
                      <a:pt x="23" y="7"/>
                      <a:pt x="23" y="6"/>
                    </a:cubicBezTo>
                    <a:cubicBezTo>
                      <a:pt x="22" y="6"/>
                      <a:pt x="22" y="6"/>
                      <a:pt x="21" y="6"/>
                    </a:cubicBezTo>
                    <a:cubicBezTo>
                      <a:pt x="19" y="6"/>
                      <a:pt x="17" y="7"/>
                      <a:pt x="15" y="11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5" y="36"/>
                      <a:pt x="15" y="38"/>
                      <a:pt x="15" y="39"/>
                    </a:cubicBezTo>
                    <a:cubicBezTo>
                      <a:pt x="16" y="40"/>
                      <a:pt x="17" y="40"/>
                      <a:pt x="18" y="40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0"/>
                      <a:pt x="2" y="39"/>
                      <a:pt x="3" y="39"/>
                    </a:cubicBezTo>
                    <a:cubicBezTo>
                      <a:pt x="4" y="38"/>
                      <a:pt x="4" y="36"/>
                      <a:pt x="4" y="33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4" y="5"/>
                      <a:pt x="3" y="4"/>
                    </a:cubicBezTo>
                    <a:cubicBezTo>
                      <a:pt x="3" y="3"/>
                      <a:pt x="1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9" name="ïşliďe"/>
              <p:cNvSpPr/>
              <p:nvPr/>
            </p:nvSpPr>
            <p:spPr bwMode="auto">
              <a:xfrm>
                <a:off x="6380163" y="3802063"/>
                <a:ext cx="98425" cy="142875"/>
              </a:xfrm>
              <a:custGeom>
                <a:avLst/>
                <a:gdLst>
                  <a:gd name="T0" fmla="*/ 29 w 30"/>
                  <a:gd name="T1" fmla="*/ 31 h 43"/>
                  <a:gd name="T2" fmla="*/ 30 w 30"/>
                  <a:gd name="T3" fmla="*/ 32 h 43"/>
                  <a:gd name="T4" fmla="*/ 24 w 30"/>
                  <a:gd name="T5" fmla="*/ 40 h 43"/>
                  <a:gd name="T6" fmla="*/ 16 w 30"/>
                  <a:gd name="T7" fmla="*/ 43 h 43"/>
                  <a:gd name="T8" fmla="*/ 4 w 30"/>
                  <a:gd name="T9" fmla="*/ 37 h 43"/>
                  <a:gd name="T10" fmla="*/ 0 w 30"/>
                  <a:gd name="T11" fmla="*/ 22 h 43"/>
                  <a:gd name="T12" fmla="*/ 4 w 30"/>
                  <a:gd name="T13" fmla="*/ 7 h 43"/>
                  <a:gd name="T14" fmla="*/ 17 w 30"/>
                  <a:gd name="T15" fmla="*/ 0 h 43"/>
                  <a:gd name="T16" fmla="*/ 26 w 30"/>
                  <a:gd name="T17" fmla="*/ 3 h 43"/>
                  <a:gd name="T18" fmla="*/ 29 w 30"/>
                  <a:gd name="T19" fmla="*/ 10 h 43"/>
                  <a:gd name="T20" fmla="*/ 28 w 30"/>
                  <a:gd name="T21" fmla="*/ 14 h 43"/>
                  <a:gd name="T22" fmla="*/ 24 w 30"/>
                  <a:gd name="T23" fmla="*/ 15 h 43"/>
                  <a:gd name="T24" fmla="*/ 20 w 30"/>
                  <a:gd name="T25" fmla="*/ 14 h 43"/>
                  <a:gd name="T26" fmla="*/ 19 w 30"/>
                  <a:gd name="T27" fmla="*/ 8 h 43"/>
                  <a:gd name="T28" fmla="*/ 18 w 30"/>
                  <a:gd name="T29" fmla="*/ 4 h 43"/>
                  <a:gd name="T30" fmla="*/ 15 w 30"/>
                  <a:gd name="T31" fmla="*/ 3 h 43"/>
                  <a:gd name="T32" fmla="*/ 12 w 30"/>
                  <a:gd name="T33" fmla="*/ 5 h 43"/>
                  <a:gd name="T34" fmla="*/ 10 w 30"/>
                  <a:gd name="T35" fmla="*/ 15 h 43"/>
                  <a:gd name="T36" fmla="*/ 12 w 30"/>
                  <a:gd name="T37" fmla="*/ 26 h 43"/>
                  <a:gd name="T38" fmla="*/ 16 w 30"/>
                  <a:gd name="T39" fmla="*/ 34 h 43"/>
                  <a:gd name="T40" fmla="*/ 21 w 30"/>
                  <a:gd name="T41" fmla="*/ 36 h 43"/>
                  <a:gd name="T42" fmla="*/ 25 w 30"/>
                  <a:gd name="T43" fmla="*/ 35 h 43"/>
                  <a:gd name="T44" fmla="*/ 29 w 30"/>
                  <a:gd name="T45" fmla="*/ 3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29" y="31"/>
                    </a:moveTo>
                    <a:cubicBezTo>
                      <a:pt x="30" y="32"/>
                      <a:pt x="30" y="32"/>
                      <a:pt x="30" y="32"/>
                    </a:cubicBezTo>
                    <a:cubicBezTo>
                      <a:pt x="28" y="36"/>
                      <a:pt x="26" y="39"/>
                      <a:pt x="24" y="40"/>
                    </a:cubicBezTo>
                    <a:cubicBezTo>
                      <a:pt x="21" y="42"/>
                      <a:pt x="19" y="43"/>
                      <a:pt x="16" y="43"/>
                    </a:cubicBezTo>
                    <a:cubicBezTo>
                      <a:pt x="11" y="43"/>
                      <a:pt x="7" y="41"/>
                      <a:pt x="4" y="37"/>
                    </a:cubicBezTo>
                    <a:cubicBezTo>
                      <a:pt x="1" y="33"/>
                      <a:pt x="0" y="28"/>
                      <a:pt x="0" y="22"/>
                    </a:cubicBezTo>
                    <a:cubicBezTo>
                      <a:pt x="0" y="16"/>
                      <a:pt x="1" y="12"/>
                      <a:pt x="4" y="7"/>
                    </a:cubicBezTo>
                    <a:cubicBezTo>
                      <a:pt x="7" y="2"/>
                      <a:pt x="11" y="0"/>
                      <a:pt x="17" y="0"/>
                    </a:cubicBezTo>
                    <a:cubicBezTo>
                      <a:pt x="21" y="0"/>
                      <a:pt x="24" y="1"/>
                      <a:pt x="26" y="3"/>
                    </a:cubicBezTo>
                    <a:cubicBezTo>
                      <a:pt x="28" y="5"/>
                      <a:pt x="29" y="7"/>
                      <a:pt x="29" y="10"/>
                    </a:cubicBezTo>
                    <a:cubicBezTo>
                      <a:pt x="29" y="12"/>
                      <a:pt x="29" y="13"/>
                      <a:pt x="28" y="14"/>
                    </a:cubicBezTo>
                    <a:cubicBezTo>
                      <a:pt x="27" y="15"/>
                      <a:pt x="26" y="15"/>
                      <a:pt x="24" y="15"/>
                    </a:cubicBezTo>
                    <a:cubicBezTo>
                      <a:pt x="23" y="15"/>
                      <a:pt x="21" y="15"/>
                      <a:pt x="20" y="14"/>
                    </a:cubicBezTo>
                    <a:cubicBezTo>
                      <a:pt x="19" y="13"/>
                      <a:pt x="19" y="11"/>
                      <a:pt x="19" y="8"/>
                    </a:cubicBezTo>
                    <a:cubicBezTo>
                      <a:pt x="19" y="6"/>
                      <a:pt x="18" y="4"/>
                      <a:pt x="18" y="4"/>
                    </a:cubicBezTo>
                    <a:cubicBezTo>
                      <a:pt x="17" y="3"/>
                      <a:pt x="16" y="3"/>
                      <a:pt x="15" y="3"/>
                    </a:cubicBezTo>
                    <a:cubicBezTo>
                      <a:pt x="14" y="3"/>
                      <a:pt x="13" y="3"/>
                      <a:pt x="12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9"/>
                      <a:pt x="11" y="23"/>
                      <a:pt x="12" y="26"/>
                    </a:cubicBezTo>
                    <a:cubicBezTo>
                      <a:pt x="13" y="30"/>
                      <a:pt x="14" y="32"/>
                      <a:pt x="16" y="34"/>
                    </a:cubicBezTo>
                    <a:cubicBezTo>
                      <a:pt x="18" y="35"/>
                      <a:pt x="19" y="36"/>
                      <a:pt x="21" y="36"/>
                    </a:cubicBezTo>
                    <a:cubicBezTo>
                      <a:pt x="23" y="36"/>
                      <a:pt x="24" y="36"/>
                      <a:pt x="25" y="35"/>
                    </a:cubicBezTo>
                    <a:cubicBezTo>
                      <a:pt x="26" y="34"/>
                      <a:pt x="27" y="33"/>
                      <a:pt x="29" y="31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0" name="îŝ1ïḓê"/>
              <p:cNvSpPr/>
              <p:nvPr/>
            </p:nvSpPr>
            <p:spPr bwMode="auto">
              <a:xfrm>
                <a:off x="6505575" y="3802063"/>
                <a:ext cx="98425" cy="142875"/>
              </a:xfrm>
              <a:custGeom>
                <a:avLst/>
                <a:gdLst>
                  <a:gd name="T0" fmla="*/ 30 w 30"/>
                  <a:gd name="T1" fmla="*/ 20 h 43"/>
                  <a:gd name="T2" fmla="*/ 10 w 30"/>
                  <a:gd name="T3" fmla="*/ 20 h 43"/>
                  <a:gd name="T4" fmla="*/ 14 w 30"/>
                  <a:gd name="T5" fmla="*/ 33 h 43"/>
                  <a:gd name="T6" fmla="*/ 20 w 30"/>
                  <a:gd name="T7" fmla="*/ 36 h 43"/>
                  <a:gd name="T8" fmla="*/ 24 w 30"/>
                  <a:gd name="T9" fmla="*/ 35 h 43"/>
                  <a:gd name="T10" fmla="*/ 29 w 30"/>
                  <a:gd name="T11" fmla="*/ 30 h 43"/>
                  <a:gd name="T12" fmla="*/ 30 w 30"/>
                  <a:gd name="T13" fmla="*/ 31 h 43"/>
                  <a:gd name="T14" fmla="*/ 23 w 30"/>
                  <a:gd name="T15" fmla="*/ 40 h 43"/>
                  <a:gd name="T16" fmla="*/ 15 w 30"/>
                  <a:gd name="T17" fmla="*/ 43 h 43"/>
                  <a:gd name="T18" fmla="*/ 3 w 30"/>
                  <a:gd name="T19" fmla="*/ 36 h 43"/>
                  <a:gd name="T20" fmla="*/ 0 w 30"/>
                  <a:gd name="T21" fmla="*/ 22 h 43"/>
                  <a:gd name="T22" fmla="*/ 4 w 30"/>
                  <a:gd name="T23" fmla="*/ 6 h 43"/>
                  <a:gd name="T24" fmla="*/ 16 w 30"/>
                  <a:gd name="T25" fmla="*/ 0 h 43"/>
                  <a:gd name="T26" fmla="*/ 25 w 30"/>
                  <a:gd name="T27" fmla="*/ 5 h 43"/>
                  <a:gd name="T28" fmla="*/ 30 w 30"/>
                  <a:gd name="T29" fmla="*/ 20 h 43"/>
                  <a:gd name="T30" fmla="*/ 20 w 30"/>
                  <a:gd name="T31" fmla="*/ 17 h 43"/>
                  <a:gd name="T32" fmla="*/ 20 w 30"/>
                  <a:gd name="T33" fmla="*/ 7 h 43"/>
                  <a:gd name="T34" fmla="*/ 18 w 30"/>
                  <a:gd name="T35" fmla="*/ 3 h 43"/>
                  <a:gd name="T36" fmla="*/ 15 w 30"/>
                  <a:gd name="T37" fmla="*/ 2 h 43"/>
                  <a:gd name="T38" fmla="*/ 12 w 30"/>
                  <a:gd name="T39" fmla="*/ 5 h 43"/>
                  <a:gd name="T40" fmla="*/ 10 w 30"/>
                  <a:gd name="T41" fmla="*/ 15 h 43"/>
                  <a:gd name="T42" fmla="*/ 10 w 30"/>
                  <a:gd name="T43" fmla="*/ 17 h 43"/>
                  <a:gd name="T44" fmla="*/ 20 w 30"/>
                  <a:gd name="T45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30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25"/>
                      <a:pt x="11" y="30"/>
                      <a:pt x="14" y="33"/>
                    </a:cubicBezTo>
                    <a:cubicBezTo>
                      <a:pt x="16" y="35"/>
                      <a:pt x="18" y="36"/>
                      <a:pt x="20" y="36"/>
                    </a:cubicBezTo>
                    <a:cubicBezTo>
                      <a:pt x="22" y="36"/>
                      <a:pt x="23" y="36"/>
                      <a:pt x="24" y="35"/>
                    </a:cubicBezTo>
                    <a:cubicBezTo>
                      <a:pt x="26" y="34"/>
                      <a:pt x="27" y="32"/>
                      <a:pt x="29" y="30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28" y="35"/>
                      <a:pt x="26" y="38"/>
                      <a:pt x="23" y="40"/>
                    </a:cubicBezTo>
                    <a:cubicBezTo>
                      <a:pt x="21" y="42"/>
                      <a:pt x="18" y="43"/>
                      <a:pt x="15" y="43"/>
                    </a:cubicBezTo>
                    <a:cubicBezTo>
                      <a:pt x="10" y="43"/>
                      <a:pt x="6" y="41"/>
                      <a:pt x="3" y="36"/>
                    </a:cubicBezTo>
                    <a:cubicBezTo>
                      <a:pt x="1" y="32"/>
                      <a:pt x="0" y="28"/>
                      <a:pt x="0" y="22"/>
                    </a:cubicBezTo>
                    <a:cubicBezTo>
                      <a:pt x="0" y="15"/>
                      <a:pt x="1" y="10"/>
                      <a:pt x="4" y="6"/>
                    </a:cubicBezTo>
                    <a:cubicBezTo>
                      <a:pt x="8" y="2"/>
                      <a:pt x="12" y="0"/>
                      <a:pt x="16" y="0"/>
                    </a:cubicBezTo>
                    <a:cubicBezTo>
                      <a:pt x="20" y="0"/>
                      <a:pt x="23" y="1"/>
                      <a:pt x="25" y="5"/>
                    </a:cubicBezTo>
                    <a:cubicBezTo>
                      <a:pt x="28" y="8"/>
                      <a:pt x="30" y="13"/>
                      <a:pt x="30" y="20"/>
                    </a:cubicBezTo>
                    <a:close/>
                    <a:moveTo>
                      <a:pt x="20" y="17"/>
                    </a:moveTo>
                    <a:cubicBezTo>
                      <a:pt x="20" y="12"/>
                      <a:pt x="20" y="9"/>
                      <a:pt x="20" y="7"/>
                    </a:cubicBezTo>
                    <a:cubicBezTo>
                      <a:pt x="19" y="5"/>
                      <a:pt x="18" y="4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4" y="2"/>
                      <a:pt x="13" y="3"/>
                      <a:pt x="12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7"/>
                      <a:pt x="10" y="17"/>
                      <a:pt x="10" y="17"/>
                    </a:cubicBezTo>
                    <a:lnTo>
                      <a:pt x="20" y="1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1" name="ísḻíḑè"/>
              <p:cNvSpPr/>
              <p:nvPr/>
            </p:nvSpPr>
            <p:spPr bwMode="auto">
              <a:xfrm>
                <a:off x="6683375" y="3802063"/>
                <a:ext cx="111125" cy="139700"/>
              </a:xfrm>
              <a:custGeom>
                <a:avLst/>
                <a:gdLst>
                  <a:gd name="T0" fmla="*/ 19 w 34"/>
                  <a:gd name="T1" fmla="*/ 36 h 42"/>
                  <a:gd name="T2" fmla="*/ 7 w 34"/>
                  <a:gd name="T3" fmla="*/ 42 h 42"/>
                  <a:gd name="T4" fmla="*/ 2 w 34"/>
                  <a:gd name="T5" fmla="*/ 40 h 42"/>
                  <a:gd name="T6" fmla="*/ 0 w 34"/>
                  <a:gd name="T7" fmla="*/ 34 h 42"/>
                  <a:gd name="T8" fmla="*/ 3 w 34"/>
                  <a:gd name="T9" fmla="*/ 26 h 42"/>
                  <a:gd name="T10" fmla="*/ 19 w 34"/>
                  <a:gd name="T11" fmla="*/ 16 h 42"/>
                  <a:gd name="T12" fmla="*/ 19 w 34"/>
                  <a:gd name="T13" fmla="*/ 12 h 42"/>
                  <a:gd name="T14" fmla="*/ 18 w 34"/>
                  <a:gd name="T15" fmla="*/ 6 h 42"/>
                  <a:gd name="T16" fmla="*/ 17 w 34"/>
                  <a:gd name="T17" fmla="*/ 4 h 42"/>
                  <a:gd name="T18" fmla="*/ 14 w 34"/>
                  <a:gd name="T19" fmla="*/ 3 h 42"/>
                  <a:gd name="T20" fmla="*/ 10 w 34"/>
                  <a:gd name="T21" fmla="*/ 4 h 42"/>
                  <a:gd name="T22" fmla="*/ 9 w 34"/>
                  <a:gd name="T23" fmla="*/ 6 h 42"/>
                  <a:gd name="T24" fmla="*/ 10 w 34"/>
                  <a:gd name="T25" fmla="*/ 8 h 42"/>
                  <a:gd name="T26" fmla="*/ 11 w 34"/>
                  <a:gd name="T27" fmla="*/ 12 h 42"/>
                  <a:gd name="T28" fmla="*/ 10 w 34"/>
                  <a:gd name="T29" fmla="*/ 16 h 42"/>
                  <a:gd name="T30" fmla="*/ 6 w 34"/>
                  <a:gd name="T31" fmla="*/ 17 h 42"/>
                  <a:gd name="T32" fmla="*/ 2 w 34"/>
                  <a:gd name="T33" fmla="*/ 15 h 42"/>
                  <a:gd name="T34" fmla="*/ 0 w 34"/>
                  <a:gd name="T35" fmla="*/ 12 h 42"/>
                  <a:gd name="T36" fmla="*/ 3 w 34"/>
                  <a:gd name="T37" fmla="*/ 6 h 42"/>
                  <a:gd name="T38" fmla="*/ 9 w 34"/>
                  <a:gd name="T39" fmla="*/ 1 h 42"/>
                  <a:gd name="T40" fmla="*/ 17 w 34"/>
                  <a:gd name="T41" fmla="*/ 0 h 42"/>
                  <a:gd name="T42" fmla="*/ 25 w 34"/>
                  <a:gd name="T43" fmla="*/ 2 h 42"/>
                  <a:gd name="T44" fmla="*/ 29 w 34"/>
                  <a:gd name="T45" fmla="*/ 7 h 42"/>
                  <a:gd name="T46" fmla="*/ 30 w 34"/>
                  <a:gd name="T47" fmla="*/ 16 h 42"/>
                  <a:gd name="T48" fmla="*/ 30 w 34"/>
                  <a:gd name="T49" fmla="*/ 32 h 42"/>
                  <a:gd name="T50" fmla="*/ 30 w 34"/>
                  <a:gd name="T51" fmla="*/ 35 h 42"/>
                  <a:gd name="T52" fmla="*/ 30 w 34"/>
                  <a:gd name="T53" fmla="*/ 36 h 42"/>
                  <a:gd name="T54" fmla="*/ 31 w 34"/>
                  <a:gd name="T55" fmla="*/ 37 h 42"/>
                  <a:gd name="T56" fmla="*/ 33 w 34"/>
                  <a:gd name="T57" fmla="*/ 35 h 42"/>
                  <a:gd name="T58" fmla="*/ 34 w 34"/>
                  <a:gd name="T59" fmla="*/ 36 h 42"/>
                  <a:gd name="T60" fmla="*/ 30 w 34"/>
                  <a:gd name="T61" fmla="*/ 41 h 42"/>
                  <a:gd name="T62" fmla="*/ 26 w 34"/>
                  <a:gd name="T63" fmla="*/ 42 h 42"/>
                  <a:gd name="T64" fmla="*/ 21 w 34"/>
                  <a:gd name="T65" fmla="*/ 41 h 42"/>
                  <a:gd name="T66" fmla="*/ 19 w 34"/>
                  <a:gd name="T67" fmla="*/ 36 h 42"/>
                  <a:gd name="T68" fmla="*/ 19 w 34"/>
                  <a:gd name="T69" fmla="*/ 33 h 42"/>
                  <a:gd name="T70" fmla="*/ 19 w 34"/>
                  <a:gd name="T71" fmla="*/ 19 h 42"/>
                  <a:gd name="T72" fmla="*/ 12 w 34"/>
                  <a:gd name="T73" fmla="*/ 25 h 42"/>
                  <a:gd name="T74" fmla="*/ 10 w 34"/>
                  <a:gd name="T75" fmla="*/ 30 h 42"/>
                  <a:gd name="T76" fmla="*/ 11 w 34"/>
                  <a:gd name="T77" fmla="*/ 34 h 42"/>
                  <a:gd name="T78" fmla="*/ 14 w 34"/>
                  <a:gd name="T79" fmla="*/ 35 h 42"/>
                  <a:gd name="T80" fmla="*/ 19 w 34"/>
                  <a:gd name="T81" fmla="*/ 3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42">
                    <a:moveTo>
                      <a:pt x="19" y="36"/>
                    </a:moveTo>
                    <a:cubicBezTo>
                      <a:pt x="14" y="40"/>
                      <a:pt x="10" y="42"/>
                      <a:pt x="7" y="42"/>
                    </a:cubicBezTo>
                    <a:cubicBezTo>
                      <a:pt x="5" y="42"/>
                      <a:pt x="3" y="42"/>
                      <a:pt x="2" y="40"/>
                    </a:cubicBezTo>
                    <a:cubicBezTo>
                      <a:pt x="0" y="39"/>
                      <a:pt x="0" y="37"/>
                      <a:pt x="0" y="34"/>
                    </a:cubicBezTo>
                    <a:cubicBezTo>
                      <a:pt x="0" y="31"/>
                      <a:pt x="1" y="28"/>
                      <a:pt x="3" y="26"/>
                    </a:cubicBezTo>
                    <a:cubicBezTo>
                      <a:pt x="6" y="23"/>
                      <a:pt x="11" y="20"/>
                      <a:pt x="19" y="16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9"/>
                      <a:pt x="19" y="7"/>
                      <a:pt x="18" y="6"/>
                    </a:cubicBezTo>
                    <a:cubicBezTo>
                      <a:pt x="18" y="5"/>
                      <a:pt x="17" y="4"/>
                      <a:pt x="17" y="4"/>
                    </a:cubicBezTo>
                    <a:cubicBezTo>
                      <a:pt x="16" y="3"/>
                      <a:pt x="15" y="3"/>
                      <a:pt x="14" y="3"/>
                    </a:cubicBezTo>
                    <a:cubicBezTo>
                      <a:pt x="12" y="3"/>
                      <a:pt x="11" y="3"/>
                      <a:pt x="10" y="4"/>
                    </a:cubicBezTo>
                    <a:cubicBezTo>
                      <a:pt x="9" y="5"/>
                      <a:pt x="9" y="5"/>
                      <a:pt x="9" y="6"/>
                    </a:cubicBezTo>
                    <a:cubicBezTo>
                      <a:pt x="9" y="7"/>
                      <a:pt x="9" y="7"/>
                      <a:pt x="10" y="8"/>
                    </a:cubicBezTo>
                    <a:cubicBezTo>
                      <a:pt x="11" y="10"/>
                      <a:pt x="11" y="11"/>
                      <a:pt x="11" y="12"/>
                    </a:cubicBezTo>
                    <a:cubicBezTo>
                      <a:pt x="11" y="13"/>
                      <a:pt x="11" y="15"/>
                      <a:pt x="10" y="16"/>
                    </a:cubicBezTo>
                    <a:cubicBezTo>
                      <a:pt x="9" y="17"/>
                      <a:pt x="8" y="17"/>
                      <a:pt x="6" y="17"/>
                    </a:cubicBezTo>
                    <a:cubicBezTo>
                      <a:pt x="4" y="17"/>
                      <a:pt x="3" y="17"/>
                      <a:pt x="2" y="15"/>
                    </a:cubicBezTo>
                    <a:cubicBezTo>
                      <a:pt x="1" y="14"/>
                      <a:pt x="0" y="13"/>
                      <a:pt x="0" y="12"/>
                    </a:cubicBezTo>
                    <a:cubicBezTo>
                      <a:pt x="0" y="9"/>
                      <a:pt x="1" y="7"/>
                      <a:pt x="3" y="6"/>
                    </a:cubicBezTo>
                    <a:cubicBezTo>
                      <a:pt x="4" y="4"/>
                      <a:pt x="6" y="2"/>
                      <a:pt x="9" y="1"/>
                    </a:cubicBezTo>
                    <a:cubicBezTo>
                      <a:pt x="11" y="0"/>
                      <a:pt x="14" y="0"/>
                      <a:pt x="17" y="0"/>
                    </a:cubicBezTo>
                    <a:cubicBezTo>
                      <a:pt x="20" y="0"/>
                      <a:pt x="23" y="0"/>
                      <a:pt x="25" y="2"/>
                    </a:cubicBezTo>
                    <a:cubicBezTo>
                      <a:pt x="27" y="4"/>
                      <a:pt x="28" y="6"/>
                      <a:pt x="29" y="7"/>
                    </a:cubicBezTo>
                    <a:cubicBezTo>
                      <a:pt x="29" y="9"/>
                      <a:pt x="30" y="11"/>
                      <a:pt x="30" y="16"/>
                    </a:cubicBezTo>
                    <a:cubicBezTo>
                      <a:pt x="30" y="32"/>
                      <a:pt x="30" y="32"/>
                      <a:pt x="30" y="32"/>
                    </a:cubicBezTo>
                    <a:cubicBezTo>
                      <a:pt x="30" y="34"/>
                      <a:pt x="30" y="35"/>
                      <a:pt x="30" y="35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2" y="37"/>
                      <a:pt x="33" y="36"/>
                      <a:pt x="33" y="35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8"/>
                      <a:pt x="32" y="40"/>
                      <a:pt x="30" y="41"/>
                    </a:cubicBezTo>
                    <a:cubicBezTo>
                      <a:pt x="29" y="42"/>
                      <a:pt x="27" y="42"/>
                      <a:pt x="26" y="42"/>
                    </a:cubicBezTo>
                    <a:cubicBezTo>
                      <a:pt x="24" y="42"/>
                      <a:pt x="22" y="42"/>
                      <a:pt x="21" y="41"/>
                    </a:cubicBezTo>
                    <a:cubicBezTo>
                      <a:pt x="20" y="40"/>
                      <a:pt x="19" y="38"/>
                      <a:pt x="19" y="36"/>
                    </a:cubicBezTo>
                    <a:close/>
                    <a:moveTo>
                      <a:pt x="19" y="33"/>
                    </a:moveTo>
                    <a:cubicBezTo>
                      <a:pt x="19" y="19"/>
                      <a:pt x="19" y="19"/>
                      <a:pt x="19" y="19"/>
                    </a:cubicBezTo>
                    <a:cubicBezTo>
                      <a:pt x="16" y="21"/>
                      <a:pt x="13" y="23"/>
                      <a:pt x="12" y="25"/>
                    </a:cubicBezTo>
                    <a:cubicBezTo>
                      <a:pt x="11" y="27"/>
                      <a:pt x="10" y="29"/>
                      <a:pt x="10" y="30"/>
                    </a:cubicBezTo>
                    <a:cubicBezTo>
                      <a:pt x="10" y="32"/>
                      <a:pt x="11" y="33"/>
                      <a:pt x="11" y="34"/>
                    </a:cubicBezTo>
                    <a:cubicBezTo>
                      <a:pt x="12" y="35"/>
                      <a:pt x="13" y="35"/>
                      <a:pt x="14" y="35"/>
                    </a:cubicBezTo>
                    <a:cubicBezTo>
                      <a:pt x="16" y="35"/>
                      <a:pt x="17" y="34"/>
                      <a:pt x="19" y="3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2" name="íšľíḋé"/>
              <p:cNvSpPr/>
              <p:nvPr/>
            </p:nvSpPr>
            <p:spPr bwMode="auto">
              <a:xfrm>
                <a:off x="6818313" y="3802063"/>
                <a:ext cx="128588" cy="139700"/>
              </a:xfrm>
              <a:custGeom>
                <a:avLst/>
                <a:gdLst>
                  <a:gd name="T0" fmla="*/ 15 w 39"/>
                  <a:gd name="T1" fmla="*/ 1 h 42"/>
                  <a:gd name="T2" fmla="*/ 15 w 39"/>
                  <a:gd name="T3" fmla="*/ 6 h 42"/>
                  <a:gd name="T4" fmla="*/ 20 w 39"/>
                  <a:gd name="T5" fmla="*/ 1 h 42"/>
                  <a:gd name="T6" fmla="*/ 26 w 39"/>
                  <a:gd name="T7" fmla="*/ 0 h 42"/>
                  <a:gd name="T8" fmla="*/ 31 w 39"/>
                  <a:gd name="T9" fmla="*/ 2 h 42"/>
                  <a:gd name="T10" fmla="*/ 34 w 39"/>
                  <a:gd name="T11" fmla="*/ 7 h 42"/>
                  <a:gd name="T12" fmla="*/ 35 w 39"/>
                  <a:gd name="T13" fmla="*/ 17 h 42"/>
                  <a:gd name="T14" fmla="*/ 35 w 39"/>
                  <a:gd name="T15" fmla="*/ 33 h 42"/>
                  <a:gd name="T16" fmla="*/ 36 w 39"/>
                  <a:gd name="T17" fmla="*/ 39 h 42"/>
                  <a:gd name="T18" fmla="*/ 39 w 39"/>
                  <a:gd name="T19" fmla="*/ 40 h 42"/>
                  <a:gd name="T20" fmla="*/ 39 w 39"/>
                  <a:gd name="T21" fmla="*/ 42 h 42"/>
                  <a:gd name="T22" fmla="*/ 21 w 39"/>
                  <a:gd name="T23" fmla="*/ 42 h 42"/>
                  <a:gd name="T24" fmla="*/ 21 w 39"/>
                  <a:gd name="T25" fmla="*/ 40 h 42"/>
                  <a:gd name="T26" fmla="*/ 24 w 39"/>
                  <a:gd name="T27" fmla="*/ 38 h 42"/>
                  <a:gd name="T28" fmla="*/ 24 w 39"/>
                  <a:gd name="T29" fmla="*/ 33 h 42"/>
                  <a:gd name="T30" fmla="*/ 24 w 39"/>
                  <a:gd name="T31" fmla="*/ 15 h 42"/>
                  <a:gd name="T32" fmla="*/ 24 w 39"/>
                  <a:gd name="T33" fmla="*/ 8 h 42"/>
                  <a:gd name="T34" fmla="*/ 23 w 39"/>
                  <a:gd name="T35" fmla="*/ 6 h 42"/>
                  <a:gd name="T36" fmla="*/ 21 w 39"/>
                  <a:gd name="T37" fmla="*/ 6 h 42"/>
                  <a:gd name="T38" fmla="*/ 15 w 39"/>
                  <a:gd name="T39" fmla="*/ 11 h 42"/>
                  <a:gd name="T40" fmla="*/ 15 w 39"/>
                  <a:gd name="T41" fmla="*/ 33 h 42"/>
                  <a:gd name="T42" fmla="*/ 15 w 39"/>
                  <a:gd name="T43" fmla="*/ 39 h 42"/>
                  <a:gd name="T44" fmla="*/ 18 w 39"/>
                  <a:gd name="T45" fmla="*/ 40 h 42"/>
                  <a:gd name="T46" fmla="*/ 18 w 39"/>
                  <a:gd name="T47" fmla="*/ 42 h 42"/>
                  <a:gd name="T48" fmla="*/ 0 w 39"/>
                  <a:gd name="T49" fmla="*/ 42 h 42"/>
                  <a:gd name="T50" fmla="*/ 0 w 39"/>
                  <a:gd name="T51" fmla="*/ 40 h 42"/>
                  <a:gd name="T52" fmla="*/ 3 w 39"/>
                  <a:gd name="T53" fmla="*/ 39 h 42"/>
                  <a:gd name="T54" fmla="*/ 4 w 39"/>
                  <a:gd name="T55" fmla="*/ 33 h 42"/>
                  <a:gd name="T56" fmla="*/ 4 w 39"/>
                  <a:gd name="T57" fmla="*/ 10 h 42"/>
                  <a:gd name="T58" fmla="*/ 3 w 39"/>
                  <a:gd name="T59" fmla="*/ 4 h 42"/>
                  <a:gd name="T60" fmla="*/ 0 w 39"/>
                  <a:gd name="T61" fmla="*/ 2 h 42"/>
                  <a:gd name="T62" fmla="*/ 0 w 39"/>
                  <a:gd name="T63" fmla="*/ 1 h 42"/>
                  <a:gd name="T64" fmla="*/ 15 w 39"/>
                  <a:gd name="T65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2">
                    <a:moveTo>
                      <a:pt x="15" y="1"/>
                    </a:moveTo>
                    <a:cubicBezTo>
                      <a:pt x="15" y="6"/>
                      <a:pt x="15" y="6"/>
                      <a:pt x="15" y="6"/>
                    </a:cubicBezTo>
                    <a:cubicBezTo>
                      <a:pt x="17" y="4"/>
                      <a:pt x="18" y="2"/>
                      <a:pt x="20" y="1"/>
                    </a:cubicBezTo>
                    <a:cubicBezTo>
                      <a:pt x="22" y="0"/>
                      <a:pt x="24" y="0"/>
                      <a:pt x="26" y="0"/>
                    </a:cubicBezTo>
                    <a:cubicBezTo>
                      <a:pt x="28" y="0"/>
                      <a:pt x="30" y="0"/>
                      <a:pt x="31" y="2"/>
                    </a:cubicBezTo>
                    <a:cubicBezTo>
                      <a:pt x="33" y="3"/>
                      <a:pt x="34" y="5"/>
                      <a:pt x="34" y="7"/>
                    </a:cubicBezTo>
                    <a:cubicBezTo>
                      <a:pt x="35" y="9"/>
                      <a:pt x="35" y="12"/>
                      <a:pt x="35" y="17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6"/>
                      <a:pt x="35" y="38"/>
                      <a:pt x="36" y="39"/>
                    </a:cubicBezTo>
                    <a:cubicBezTo>
                      <a:pt x="36" y="40"/>
                      <a:pt x="37" y="40"/>
                      <a:pt x="39" y="40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21" y="42"/>
                      <a:pt x="21" y="42"/>
                      <a:pt x="21" y="42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2" y="40"/>
                      <a:pt x="23" y="39"/>
                      <a:pt x="24" y="38"/>
                    </a:cubicBezTo>
                    <a:cubicBezTo>
                      <a:pt x="24" y="38"/>
                      <a:pt x="24" y="36"/>
                      <a:pt x="24" y="33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1"/>
                      <a:pt x="24" y="9"/>
                      <a:pt x="24" y="8"/>
                    </a:cubicBezTo>
                    <a:cubicBezTo>
                      <a:pt x="24" y="7"/>
                      <a:pt x="23" y="7"/>
                      <a:pt x="23" y="6"/>
                    </a:cubicBezTo>
                    <a:cubicBezTo>
                      <a:pt x="22" y="6"/>
                      <a:pt x="22" y="6"/>
                      <a:pt x="21" y="6"/>
                    </a:cubicBezTo>
                    <a:cubicBezTo>
                      <a:pt x="19" y="6"/>
                      <a:pt x="17" y="7"/>
                      <a:pt x="15" y="11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5" y="36"/>
                      <a:pt x="15" y="38"/>
                      <a:pt x="15" y="39"/>
                    </a:cubicBezTo>
                    <a:cubicBezTo>
                      <a:pt x="16" y="40"/>
                      <a:pt x="17" y="40"/>
                      <a:pt x="18" y="40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0"/>
                      <a:pt x="3" y="39"/>
                      <a:pt x="3" y="39"/>
                    </a:cubicBezTo>
                    <a:cubicBezTo>
                      <a:pt x="4" y="38"/>
                      <a:pt x="4" y="36"/>
                      <a:pt x="4" y="33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4" y="5"/>
                      <a:pt x="3" y="4"/>
                    </a:cubicBezTo>
                    <a:cubicBezTo>
                      <a:pt x="3" y="3"/>
                      <a:pt x="2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3" name="î$ļíḓè"/>
              <p:cNvSpPr/>
              <p:nvPr/>
            </p:nvSpPr>
            <p:spPr bwMode="auto">
              <a:xfrm>
                <a:off x="6973888" y="3743325"/>
                <a:ext cx="128588" cy="201613"/>
              </a:xfrm>
              <a:custGeom>
                <a:avLst/>
                <a:gdLst>
                  <a:gd name="T0" fmla="*/ 35 w 39"/>
                  <a:gd name="T1" fmla="*/ 0 h 61"/>
                  <a:gd name="T2" fmla="*/ 35 w 39"/>
                  <a:gd name="T3" fmla="*/ 48 h 61"/>
                  <a:gd name="T4" fmla="*/ 35 w 39"/>
                  <a:gd name="T5" fmla="*/ 53 h 61"/>
                  <a:gd name="T6" fmla="*/ 36 w 39"/>
                  <a:gd name="T7" fmla="*/ 55 h 61"/>
                  <a:gd name="T8" fmla="*/ 39 w 39"/>
                  <a:gd name="T9" fmla="*/ 56 h 61"/>
                  <a:gd name="T10" fmla="*/ 39 w 39"/>
                  <a:gd name="T11" fmla="*/ 58 h 61"/>
                  <a:gd name="T12" fmla="*/ 24 w 39"/>
                  <a:gd name="T13" fmla="*/ 61 h 61"/>
                  <a:gd name="T14" fmla="*/ 24 w 39"/>
                  <a:gd name="T15" fmla="*/ 55 h 61"/>
                  <a:gd name="T16" fmla="*/ 19 w 39"/>
                  <a:gd name="T17" fmla="*/ 60 h 61"/>
                  <a:gd name="T18" fmla="*/ 14 w 39"/>
                  <a:gd name="T19" fmla="*/ 61 h 61"/>
                  <a:gd name="T20" fmla="*/ 3 w 39"/>
                  <a:gd name="T21" fmla="*/ 54 h 61"/>
                  <a:gd name="T22" fmla="*/ 0 w 39"/>
                  <a:gd name="T23" fmla="*/ 40 h 61"/>
                  <a:gd name="T24" fmla="*/ 2 w 39"/>
                  <a:gd name="T25" fmla="*/ 28 h 61"/>
                  <a:gd name="T26" fmla="*/ 7 w 39"/>
                  <a:gd name="T27" fmla="*/ 20 h 61"/>
                  <a:gd name="T28" fmla="*/ 15 w 39"/>
                  <a:gd name="T29" fmla="*/ 18 h 61"/>
                  <a:gd name="T30" fmla="*/ 20 w 39"/>
                  <a:gd name="T31" fmla="*/ 19 h 61"/>
                  <a:gd name="T32" fmla="*/ 24 w 39"/>
                  <a:gd name="T33" fmla="*/ 23 h 61"/>
                  <a:gd name="T34" fmla="*/ 24 w 39"/>
                  <a:gd name="T35" fmla="*/ 10 h 61"/>
                  <a:gd name="T36" fmla="*/ 24 w 39"/>
                  <a:gd name="T37" fmla="*/ 5 h 61"/>
                  <a:gd name="T38" fmla="*/ 22 w 39"/>
                  <a:gd name="T39" fmla="*/ 3 h 61"/>
                  <a:gd name="T40" fmla="*/ 19 w 39"/>
                  <a:gd name="T41" fmla="*/ 2 h 61"/>
                  <a:gd name="T42" fmla="*/ 19 w 39"/>
                  <a:gd name="T43" fmla="*/ 0 h 61"/>
                  <a:gd name="T44" fmla="*/ 35 w 39"/>
                  <a:gd name="T45" fmla="*/ 0 h 61"/>
                  <a:gd name="T46" fmla="*/ 24 w 39"/>
                  <a:gd name="T47" fmla="*/ 28 h 61"/>
                  <a:gd name="T48" fmla="*/ 17 w 39"/>
                  <a:gd name="T49" fmla="*/ 22 h 61"/>
                  <a:gd name="T50" fmla="*/ 14 w 39"/>
                  <a:gd name="T51" fmla="*/ 23 h 61"/>
                  <a:gd name="T52" fmla="*/ 12 w 39"/>
                  <a:gd name="T53" fmla="*/ 28 h 61"/>
                  <a:gd name="T54" fmla="*/ 11 w 39"/>
                  <a:gd name="T55" fmla="*/ 38 h 61"/>
                  <a:gd name="T56" fmla="*/ 12 w 39"/>
                  <a:gd name="T57" fmla="*/ 50 h 61"/>
                  <a:gd name="T58" fmla="*/ 15 w 39"/>
                  <a:gd name="T59" fmla="*/ 55 h 61"/>
                  <a:gd name="T60" fmla="*/ 17 w 39"/>
                  <a:gd name="T61" fmla="*/ 56 h 61"/>
                  <a:gd name="T62" fmla="*/ 24 w 39"/>
                  <a:gd name="T63" fmla="*/ 50 h 61"/>
                  <a:gd name="T64" fmla="*/ 24 w 39"/>
                  <a:gd name="T65" fmla="*/ 28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61">
                    <a:moveTo>
                      <a:pt x="35" y="0"/>
                    </a:moveTo>
                    <a:cubicBezTo>
                      <a:pt x="35" y="48"/>
                      <a:pt x="35" y="48"/>
                      <a:pt x="35" y="48"/>
                    </a:cubicBezTo>
                    <a:cubicBezTo>
                      <a:pt x="35" y="51"/>
                      <a:pt x="35" y="53"/>
                      <a:pt x="35" y="53"/>
                    </a:cubicBezTo>
                    <a:cubicBezTo>
                      <a:pt x="35" y="54"/>
                      <a:pt x="36" y="55"/>
                      <a:pt x="36" y="55"/>
                    </a:cubicBezTo>
                    <a:cubicBezTo>
                      <a:pt x="37" y="56"/>
                      <a:pt x="38" y="56"/>
                      <a:pt x="39" y="56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22" y="57"/>
                      <a:pt x="20" y="59"/>
                      <a:pt x="19" y="60"/>
                    </a:cubicBezTo>
                    <a:cubicBezTo>
                      <a:pt x="18" y="61"/>
                      <a:pt x="16" y="61"/>
                      <a:pt x="14" y="61"/>
                    </a:cubicBezTo>
                    <a:cubicBezTo>
                      <a:pt x="9" y="61"/>
                      <a:pt x="6" y="59"/>
                      <a:pt x="3" y="54"/>
                    </a:cubicBezTo>
                    <a:cubicBezTo>
                      <a:pt x="1" y="50"/>
                      <a:pt x="0" y="46"/>
                      <a:pt x="0" y="40"/>
                    </a:cubicBezTo>
                    <a:cubicBezTo>
                      <a:pt x="0" y="36"/>
                      <a:pt x="1" y="32"/>
                      <a:pt x="2" y="28"/>
                    </a:cubicBezTo>
                    <a:cubicBezTo>
                      <a:pt x="3" y="25"/>
                      <a:pt x="5" y="22"/>
                      <a:pt x="7" y="20"/>
                    </a:cubicBezTo>
                    <a:cubicBezTo>
                      <a:pt x="10" y="18"/>
                      <a:pt x="12" y="18"/>
                      <a:pt x="15" y="18"/>
                    </a:cubicBezTo>
                    <a:cubicBezTo>
                      <a:pt x="17" y="18"/>
                      <a:pt x="18" y="18"/>
                      <a:pt x="20" y="19"/>
                    </a:cubicBezTo>
                    <a:cubicBezTo>
                      <a:pt x="21" y="19"/>
                      <a:pt x="22" y="21"/>
                      <a:pt x="24" y="23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4" y="7"/>
                      <a:pt x="24" y="5"/>
                      <a:pt x="24" y="5"/>
                    </a:cubicBezTo>
                    <a:cubicBezTo>
                      <a:pt x="23" y="4"/>
                      <a:pt x="23" y="3"/>
                      <a:pt x="22" y="3"/>
                    </a:cubicBezTo>
                    <a:cubicBezTo>
                      <a:pt x="21" y="2"/>
                      <a:pt x="20" y="2"/>
                      <a:pt x="19" y="2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35" y="0"/>
                      <a:pt x="35" y="0"/>
                      <a:pt x="35" y="0"/>
                    </a:cubicBezTo>
                    <a:close/>
                    <a:moveTo>
                      <a:pt x="24" y="28"/>
                    </a:moveTo>
                    <a:cubicBezTo>
                      <a:pt x="22" y="24"/>
                      <a:pt x="20" y="22"/>
                      <a:pt x="17" y="22"/>
                    </a:cubicBezTo>
                    <a:cubicBezTo>
                      <a:pt x="16" y="22"/>
                      <a:pt x="15" y="22"/>
                      <a:pt x="14" y="23"/>
                    </a:cubicBezTo>
                    <a:cubicBezTo>
                      <a:pt x="14" y="24"/>
                      <a:pt x="13" y="25"/>
                      <a:pt x="12" y="28"/>
                    </a:cubicBezTo>
                    <a:cubicBezTo>
                      <a:pt x="12" y="30"/>
                      <a:pt x="11" y="33"/>
                      <a:pt x="11" y="38"/>
                    </a:cubicBezTo>
                    <a:cubicBezTo>
                      <a:pt x="11" y="43"/>
                      <a:pt x="12" y="47"/>
                      <a:pt x="12" y="50"/>
                    </a:cubicBezTo>
                    <a:cubicBezTo>
                      <a:pt x="13" y="52"/>
                      <a:pt x="14" y="54"/>
                      <a:pt x="15" y="55"/>
                    </a:cubicBezTo>
                    <a:cubicBezTo>
                      <a:pt x="16" y="55"/>
                      <a:pt x="16" y="56"/>
                      <a:pt x="17" y="56"/>
                    </a:cubicBezTo>
                    <a:cubicBezTo>
                      <a:pt x="20" y="56"/>
                      <a:pt x="22" y="54"/>
                      <a:pt x="24" y="50"/>
                    </a:cubicBezTo>
                    <a:lnTo>
                      <a:pt x="24" y="28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4" name="ïşḻîḑé"/>
              <p:cNvSpPr/>
              <p:nvPr/>
            </p:nvSpPr>
            <p:spPr bwMode="auto">
              <a:xfrm>
                <a:off x="7173913" y="3743325"/>
                <a:ext cx="155575" cy="198438"/>
              </a:xfrm>
              <a:custGeom>
                <a:avLst/>
                <a:gdLst>
                  <a:gd name="T0" fmla="*/ 47 w 47"/>
                  <a:gd name="T1" fmla="*/ 0 h 60"/>
                  <a:gd name="T2" fmla="*/ 47 w 47"/>
                  <a:gd name="T3" fmla="*/ 16 h 60"/>
                  <a:gd name="T4" fmla="*/ 46 w 47"/>
                  <a:gd name="T5" fmla="*/ 16 h 60"/>
                  <a:gd name="T6" fmla="*/ 43 w 47"/>
                  <a:gd name="T7" fmla="*/ 8 h 60"/>
                  <a:gd name="T8" fmla="*/ 39 w 47"/>
                  <a:gd name="T9" fmla="*/ 5 h 60"/>
                  <a:gd name="T10" fmla="*/ 33 w 47"/>
                  <a:gd name="T11" fmla="*/ 4 h 60"/>
                  <a:gd name="T12" fmla="*/ 30 w 47"/>
                  <a:gd name="T13" fmla="*/ 4 h 60"/>
                  <a:gd name="T14" fmla="*/ 30 w 47"/>
                  <a:gd name="T15" fmla="*/ 50 h 60"/>
                  <a:gd name="T16" fmla="*/ 30 w 47"/>
                  <a:gd name="T17" fmla="*/ 55 h 60"/>
                  <a:gd name="T18" fmla="*/ 32 w 47"/>
                  <a:gd name="T19" fmla="*/ 57 h 60"/>
                  <a:gd name="T20" fmla="*/ 35 w 47"/>
                  <a:gd name="T21" fmla="*/ 58 h 60"/>
                  <a:gd name="T22" fmla="*/ 37 w 47"/>
                  <a:gd name="T23" fmla="*/ 58 h 60"/>
                  <a:gd name="T24" fmla="*/ 37 w 47"/>
                  <a:gd name="T25" fmla="*/ 60 h 60"/>
                  <a:gd name="T26" fmla="*/ 10 w 47"/>
                  <a:gd name="T27" fmla="*/ 60 h 60"/>
                  <a:gd name="T28" fmla="*/ 10 w 47"/>
                  <a:gd name="T29" fmla="*/ 58 h 60"/>
                  <a:gd name="T30" fmla="*/ 11 w 47"/>
                  <a:gd name="T31" fmla="*/ 58 h 60"/>
                  <a:gd name="T32" fmla="*/ 15 w 47"/>
                  <a:gd name="T33" fmla="*/ 57 h 60"/>
                  <a:gd name="T34" fmla="*/ 17 w 47"/>
                  <a:gd name="T35" fmla="*/ 55 h 60"/>
                  <a:gd name="T36" fmla="*/ 17 w 47"/>
                  <a:gd name="T37" fmla="*/ 50 h 60"/>
                  <a:gd name="T38" fmla="*/ 17 w 47"/>
                  <a:gd name="T39" fmla="*/ 4 h 60"/>
                  <a:gd name="T40" fmla="*/ 13 w 47"/>
                  <a:gd name="T41" fmla="*/ 4 h 60"/>
                  <a:gd name="T42" fmla="*/ 5 w 47"/>
                  <a:gd name="T43" fmla="*/ 6 h 60"/>
                  <a:gd name="T44" fmla="*/ 1 w 47"/>
                  <a:gd name="T45" fmla="*/ 16 h 60"/>
                  <a:gd name="T46" fmla="*/ 0 w 47"/>
                  <a:gd name="T47" fmla="*/ 16 h 60"/>
                  <a:gd name="T48" fmla="*/ 0 w 47"/>
                  <a:gd name="T49" fmla="*/ 0 h 60"/>
                  <a:gd name="T50" fmla="*/ 47 w 47"/>
                  <a:gd name="T51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7" h="60">
                    <a:moveTo>
                      <a:pt x="47" y="0"/>
                    </a:moveTo>
                    <a:cubicBezTo>
                      <a:pt x="47" y="16"/>
                      <a:pt x="47" y="16"/>
                      <a:pt x="47" y="16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5" y="13"/>
                      <a:pt x="44" y="10"/>
                      <a:pt x="43" y="8"/>
                    </a:cubicBezTo>
                    <a:cubicBezTo>
                      <a:pt x="42" y="7"/>
                      <a:pt x="40" y="6"/>
                      <a:pt x="39" y="5"/>
                    </a:cubicBezTo>
                    <a:cubicBezTo>
                      <a:pt x="38" y="4"/>
                      <a:pt x="36" y="4"/>
                      <a:pt x="33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3"/>
                      <a:pt x="30" y="55"/>
                      <a:pt x="30" y="55"/>
                    </a:cubicBezTo>
                    <a:cubicBezTo>
                      <a:pt x="30" y="56"/>
                      <a:pt x="31" y="57"/>
                      <a:pt x="32" y="57"/>
                    </a:cubicBezTo>
                    <a:cubicBezTo>
                      <a:pt x="33" y="58"/>
                      <a:pt x="34" y="58"/>
                      <a:pt x="35" y="58"/>
                    </a:cubicBezTo>
                    <a:cubicBezTo>
                      <a:pt x="37" y="58"/>
                      <a:pt x="37" y="58"/>
                      <a:pt x="37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10" y="60"/>
                      <a:pt x="10" y="60"/>
                      <a:pt x="10" y="60"/>
                    </a:cubicBezTo>
                    <a:cubicBezTo>
                      <a:pt x="10" y="58"/>
                      <a:pt x="10" y="58"/>
                      <a:pt x="10" y="58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3" y="58"/>
                      <a:pt x="14" y="58"/>
                      <a:pt x="15" y="57"/>
                    </a:cubicBezTo>
                    <a:cubicBezTo>
                      <a:pt x="16" y="57"/>
                      <a:pt x="16" y="56"/>
                      <a:pt x="17" y="55"/>
                    </a:cubicBezTo>
                    <a:cubicBezTo>
                      <a:pt x="17" y="54"/>
                      <a:pt x="17" y="53"/>
                      <a:pt x="17" y="50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0" y="4"/>
                      <a:pt x="7" y="5"/>
                      <a:pt x="5" y="6"/>
                    </a:cubicBezTo>
                    <a:cubicBezTo>
                      <a:pt x="3" y="9"/>
                      <a:pt x="2" y="12"/>
                      <a:pt x="1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5" name="ïşlíḋê"/>
              <p:cNvSpPr/>
              <p:nvPr/>
            </p:nvSpPr>
            <p:spPr bwMode="auto">
              <a:xfrm>
                <a:off x="7332663" y="3802063"/>
                <a:ext cx="98425" cy="142875"/>
              </a:xfrm>
              <a:custGeom>
                <a:avLst/>
                <a:gdLst>
                  <a:gd name="T0" fmla="*/ 30 w 30"/>
                  <a:gd name="T1" fmla="*/ 20 h 43"/>
                  <a:gd name="T2" fmla="*/ 10 w 30"/>
                  <a:gd name="T3" fmla="*/ 20 h 43"/>
                  <a:gd name="T4" fmla="*/ 14 w 30"/>
                  <a:gd name="T5" fmla="*/ 33 h 43"/>
                  <a:gd name="T6" fmla="*/ 21 w 30"/>
                  <a:gd name="T7" fmla="*/ 36 h 43"/>
                  <a:gd name="T8" fmla="*/ 25 w 30"/>
                  <a:gd name="T9" fmla="*/ 35 h 43"/>
                  <a:gd name="T10" fmla="*/ 29 w 30"/>
                  <a:gd name="T11" fmla="*/ 30 h 43"/>
                  <a:gd name="T12" fmla="*/ 30 w 30"/>
                  <a:gd name="T13" fmla="*/ 31 h 43"/>
                  <a:gd name="T14" fmla="*/ 24 w 30"/>
                  <a:gd name="T15" fmla="*/ 40 h 43"/>
                  <a:gd name="T16" fmla="*/ 16 w 30"/>
                  <a:gd name="T17" fmla="*/ 43 h 43"/>
                  <a:gd name="T18" fmla="*/ 3 w 30"/>
                  <a:gd name="T19" fmla="*/ 36 h 43"/>
                  <a:gd name="T20" fmla="*/ 0 w 30"/>
                  <a:gd name="T21" fmla="*/ 22 h 43"/>
                  <a:gd name="T22" fmla="*/ 5 w 30"/>
                  <a:gd name="T23" fmla="*/ 6 h 43"/>
                  <a:gd name="T24" fmla="*/ 16 w 30"/>
                  <a:gd name="T25" fmla="*/ 0 h 43"/>
                  <a:gd name="T26" fmla="*/ 26 w 30"/>
                  <a:gd name="T27" fmla="*/ 5 h 43"/>
                  <a:gd name="T28" fmla="*/ 30 w 30"/>
                  <a:gd name="T29" fmla="*/ 20 h 43"/>
                  <a:gd name="T30" fmla="*/ 21 w 30"/>
                  <a:gd name="T31" fmla="*/ 17 h 43"/>
                  <a:gd name="T32" fmla="*/ 20 w 30"/>
                  <a:gd name="T33" fmla="*/ 7 h 43"/>
                  <a:gd name="T34" fmla="*/ 18 w 30"/>
                  <a:gd name="T35" fmla="*/ 3 h 43"/>
                  <a:gd name="T36" fmla="*/ 16 w 30"/>
                  <a:gd name="T37" fmla="*/ 2 h 43"/>
                  <a:gd name="T38" fmla="*/ 13 w 30"/>
                  <a:gd name="T39" fmla="*/ 5 h 43"/>
                  <a:gd name="T40" fmla="*/ 10 w 30"/>
                  <a:gd name="T41" fmla="*/ 15 h 43"/>
                  <a:gd name="T42" fmla="*/ 10 w 30"/>
                  <a:gd name="T43" fmla="*/ 17 h 43"/>
                  <a:gd name="T44" fmla="*/ 21 w 30"/>
                  <a:gd name="T45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30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1" y="25"/>
                      <a:pt x="12" y="30"/>
                      <a:pt x="14" y="33"/>
                    </a:cubicBezTo>
                    <a:cubicBezTo>
                      <a:pt x="16" y="35"/>
                      <a:pt x="18" y="36"/>
                      <a:pt x="21" y="36"/>
                    </a:cubicBezTo>
                    <a:cubicBezTo>
                      <a:pt x="22" y="36"/>
                      <a:pt x="24" y="36"/>
                      <a:pt x="25" y="35"/>
                    </a:cubicBezTo>
                    <a:cubicBezTo>
                      <a:pt x="26" y="34"/>
                      <a:pt x="28" y="32"/>
                      <a:pt x="29" y="30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28" y="35"/>
                      <a:pt x="26" y="38"/>
                      <a:pt x="24" y="40"/>
                    </a:cubicBezTo>
                    <a:cubicBezTo>
                      <a:pt x="21" y="42"/>
                      <a:pt x="19" y="43"/>
                      <a:pt x="16" y="43"/>
                    </a:cubicBezTo>
                    <a:cubicBezTo>
                      <a:pt x="10" y="43"/>
                      <a:pt x="6" y="41"/>
                      <a:pt x="3" y="36"/>
                    </a:cubicBezTo>
                    <a:cubicBezTo>
                      <a:pt x="1" y="32"/>
                      <a:pt x="0" y="28"/>
                      <a:pt x="0" y="22"/>
                    </a:cubicBezTo>
                    <a:cubicBezTo>
                      <a:pt x="0" y="15"/>
                      <a:pt x="2" y="10"/>
                      <a:pt x="5" y="6"/>
                    </a:cubicBezTo>
                    <a:cubicBezTo>
                      <a:pt x="8" y="2"/>
                      <a:pt x="12" y="0"/>
                      <a:pt x="16" y="0"/>
                    </a:cubicBezTo>
                    <a:cubicBezTo>
                      <a:pt x="20" y="0"/>
                      <a:pt x="23" y="1"/>
                      <a:pt x="26" y="5"/>
                    </a:cubicBezTo>
                    <a:cubicBezTo>
                      <a:pt x="29" y="8"/>
                      <a:pt x="30" y="13"/>
                      <a:pt x="30" y="20"/>
                    </a:cubicBezTo>
                    <a:close/>
                    <a:moveTo>
                      <a:pt x="21" y="17"/>
                    </a:moveTo>
                    <a:cubicBezTo>
                      <a:pt x="21" y="12"/>
                      <a:pt x="21" y="9"/>
                      <a:pt x="20" y="7"/>
                    </a:cubicBezTo>
                    <a:cubicBezTo>
                      <a:pt x="20" y="5"/>
                      <a:pt x="19" y="4"/>
                      <a:pt x="18" y="3"/>
                    </a:cubicBezTo>
                    <a:cubicBezTo>
                      <a:pt x="17" y="3"/>
                      <a:pt x="17" y="2"/>
                      <a:pt x="16" y="2"/>
                    </a:cubicBezTo>
                    <a:cubicBezTo>
                      <a:pt x="14" y="2"/>
                      <a:pt x="13" y="3"/>
                      <a:pt x="13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7"/>
                      <a:pt x="10" y="17"/>
                      <a:pt x="10" y="17"/>
                    </a:cubicBezTo>
                    <a:lnTo>
                      <a:pt x="21" y="1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6" name="ïş1îďe"/>
              <p:cNvSpPr/>
              <p:nvPr/>
            </p:nvSpPr>
            <p:spPr bwMode="auto">
              <a:xfrm>
                <a:off x="7458075" y="3802063"/>
                <a:ext cx="98425" cy="142875"/>
              </a:xfrm>
              <a:custGeom>
                <a:avLst/>
                <a:gdLst>
                  <a:gd name="T0" fmla="*/ 29 w 30"/>
                  <a:gd name="T1" fmla="*/ 31 h 43"/>
                  <a:gd name="T2" fmla="*/ 30 w 30"/>
                  <a:gd name="T3" fmla="*/ 32 h 43"/>
                  <a:gd name="T4" fmla="*/ 24 w 30"/>
                  <a:gd name="T5" fmla="*/ 40 h 43"/>
                  <a:gd name="T6" fmla="*/ 16 w 30"/>
                  <a:gd name="T7" fmla="*/ 43 h 43"/>
                  <a:gd name="T8" fmla="*/ 4 w 30"/>
                  <a:gd name="T9" fmla="*/ 37 h 43"/>
                  <a:gd name="T10" fmla="*/ 0 w 30"/>
                  <a:gd name="T11" fmla="*/ 22 h 43"/>
                  <a:gd name="T12" fmla="*/ 4 w 30"/>
                  <a:gd name="T13" fmla="*/ 7 h 43"/>
                  <a:gd name="T14" fmla="*/ 17 w 30"/>
                  <a:gd name="T15" fmla="*/ 0 h 43"/>
                  <a:gd name="T16" fmla="*/ 26 w 30"/>
                  <a:gd name="T17" fmla="*/ 3 h 43"/>
                  <a:gd name="T18" fmla="*/ 29 w 30"/>
                  <a:gd name="T19" fmla="*/ 10 h 43"/>
                  <a:gd name="T20" fmla="*/ 28 w 30"/>
                  <a:gd name="T21" fmla="*/ 14 h 43"/>
                  <a:gd name="T22" fmla="*/ 24 w 30"/>
                  <a:gd name="T23" fmla="*/ 15 h 43"/>
                  <a:gd name="T24" fmla="*/ 20 w 30"/>
                  <a:gd name="T25" fmla="*/ 14 h 43"/>
                  <a:gd name="T26" fmla="*/ 19 w 30"/>
                  <a:gd name="T27" fmla="*/ 8 h 43"/>
                  <a:gd name="T28" fmla="*/ 17 w 30"/>
                  <a:gd name="T29" fmla="*/ 4 h 43"/>
                  <a:gd name="T30" fmla="*/ 15 w 30"/>
                  <a:gd name="T31" fmla="*/ 3 h 43"/>
                  <a:gd name="T32" fmla="*/ 12 w 30"/>
                  <a:gd name="T33" fmla="*/ 5 h 43"/>
                  <a:gd name="T34" fmla="*/ 10 w 30"/>
                  <a:gd name="T35" fmla="*/ 15 h 43"/>
                  <a:gd name="T36" fmla="*/ 12 w 30"/>
                  <a:gd name="T37" fmla="*/ 26 h 43"/>
                  <a:gd name="T38" fmla="*/ 16 w 30"/>
                  <a:gd name="T39" fmla="*/ 34 h 43"/>
                  <a:gd name="T40" fmla="*/ 21 w 30"/>
                  <a:gd name="T41" fmla="*/ 36 h 43"/>
                  <a:gd name="T42" fmla="*/ 25 w 30"/>
                  <a:gd name="T43" fmla="*/ 35 h 43"/>
                  <a:gd name="T44" fmla="*/ 29 w 30"/>
                  <a:gd name="T45" fmla="*/ 3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29" y="31"/>
                    </a:moveTo>
                    <a:cubicBezTo>
                      <a:pt x="30" y="32"/>
                      <a:pt x="30" y="32"/>
                      <a:pt x="30" y="32"/>
                    </a:cubicBezTo>
                    <a:cubicBezTo>
                      <a:pt x="28" y="36"/>
                      <a:pt x="26" y="39"/>
                      <a:pt x="24" y="40"/>
                    </a:cubicBezTo>
                    <a:cubicBezTo>
                      <a:pt x="21" y="42"/>
                      <a:pt x="18" y="43"/>
                      <a:pt x="16" y="43"/>
                    </a:cubicBezTo>
                    <a:cubicBezTo>
                      <a:pt x="11" y="43"/>
                      <a:pt x="7" y="41"/>
                      <a:pt x="4" y="37"/>
                    </a:cubicBezTo>
                    <a:cubicBezTo>
                      <a:pt x="1" y="33"/>
                      <a:pt x="0" y="28"/>
                      <a:pt x="0" y="22"/>
                    </a:cubicBezTo>
                    <a:cubicBezTo>
                      <a:pt x="0" y="16"/>
                      <a:pt x="1" y="12"/>
                      <a:pt x="4" y="7"/>
                    </a:cubicBezTo>
                    <a:cubicBezTo>
                      <a:pt x="7" y="2"/>
                      <a:pt x="11" y="0"/>
                      <a:pt x="17" y="0"/>
                    </a:cubicBezTo>
                    <a:cubicBezTo>
                      <a:pt x="21" y="0"/>
                      <a:pt x="24" y="1"/>
                      <a:pt x="26" y="3"/>
                    </a:cubicBezTo>
                    <a:cubicBezTo>
                      <a:pt x="28" y="5"/>
                      <a:pt x="29" y="7"/>
                      <a:pt x="29" y="10"/>
                    </a:cubicBezTo>
                    <a:cubicBezTo>
                      <a:pt x="29" y="12"/>
                      <a:pt x="29" y="13"/>
                      <a:pt x="28" y="14"/>
                    </a:cubicBezTo>
                    <a:cubicBezTo>
                      <a:pt x="27" y="15"/>
                      <a:pt x="26" y="15"/>
                      <a:pt x="24" y="15"/>
                    </a:cubicBezTo>
                    <a:cubicBezTo>
                      <a:pt x="23" y="15"/>
                      <a:pt x="21" y="15"/>
                      <a:pt x="20" y="14"/>
                    </a:cubicBezTo>
                    <a:cubicBezTo>
                      <a:pt x="19" y="13"/>
                      <a:pt x="19" y="11"/>
                      <a:pt x="19" y="8"/>
                    </a:cubicBezTo>
                    <a:cubicBezTo>
                      <a:pt x="18" y="6"/>
                      <a:pt x="18" y="4"/>
                      <a:pt x="17" y="4"/>
                    </a:cubicBezTo>
                    <a:cubicBezTo>
                      <a:pt x="17" y="3"/>
                      <a:pt x="16" y="3"/>
                      <a:pt x="15" y="3"/>
                    </a:cubicBezTo>
                    <a:cubicBezTo>
                      <a:pt x="14" y="3"/>
                      <a:pt x="13" y="3"/>
                      <a:pt x="12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9"/>
                      <a:pt x="11" y="23"/>
                      <a:pt x="12" y="26"/>
                    </a:cubicBezTo>
                    <a:cubicBezTo>
                      <a:pt x="13" y="30"/>
                      <a:pt x="14" y="32"/>
                      <a:pt x="16" y="34"/>
                    </a:cubicBezTo>
                    <a:cubicBezTo>
                      <a:pt x="18" y="35"/>
                      <a:pt x="19" y="36"/>
                      <a:pt x="21" y="36"/>
                    </a:cubicBezTo>
                    <a:cubicBezTo>
                      <a:pt x="23" y="36"/>
                      <a:pt x="24" y="36"/>
                      <a:pt x="25" y="35"/>
                    </a:cubicBezTo>
                    <a:cubicBezTo>
                      <a:pt x="26" y="34"/>
                      <a:pt x="27" y="33"/>
                      <a:pt x="29" y="31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7" name="išliḑè"/>
              <p:cNvSpPr/>
              <p:nvPr/>
            </p:nvSpPr>
            <p:spPr bwMode="auto">
              <a:xfrm>
                <a:off x="7580313" y="3743325"/>
                <a:ext cx="128588" cy="198438"/>
              </a:xfrm>
              <a:custGeom>
                <a:avLst/>
                <a:gdLst>
                  <a:gd name="T0" fmla="*/ 15 w 39"/>
                  <a:gd name="T1" fmla="*/ 0 h 60"/>
                  <a:gd name="T2" fmla="*/ 15 w 39"/>
                  <a:gd name="T3" fmla="*/ 24 h 60"/>
                  <a:gd name="T4" fmla="*/ 20 w 39"/>
                  <a:gd name="T5" fmla="*/ 19 h 60"/>
                  <a:gd name="T6" fmla="*/ 25 w 39"/>
                  <a:gd name="T7" fmla="*/ 18 h 60"/>
                  <a:gd name="T8" fmla="*/ 31 w 39"/>
                  <a:gd name="T9" fmla="*/ 20 h 60"/>
                  <a:gd name="T10" fmla="*/ 35 w 39"/>
                  <a:gd name="T11" fmla="*/ 25 h 60"/>
                  <a:gd name="T12" fmla="*/ 35 w 39"/>
                  <a:gd name="T13" fmla="*/ 35 h 60"/>
                  <a:gd name="T14" fmla="*/ 35 w 39"/>
                  <a:gd name="T15" fmla="*/ 51 h 60"/>
                  <a:gd name="T16" fmla="*/ 36 w 39"/>
                  <a:gd name="T17" fmla="*/ 57 h 60"/>
                  <a:gd name="T18" fmla="*/ 39 w 39"/>
                  <a:gd name="T19" fmla="*/ 58 h 60"/>
                  <a:gd name="T20" fmla="*/ 39 w 39"/>
                  <a:gd name="T21" fmla="*/ 60 h 60"/>
                  <a:gd name="T22" fmla="*/ 21 w 39"/>
                  <a:gd name="T23" fmla="*/ 60 h 60"/>
                  <a:gd name="T24" fmla="*/ 21 w 39"/>
                  <a:gd name="T25" fmla="*/ 58 h 60"/>
                  <a:gd name="T26" fmla="*/ 24 w 39"/>
                  <a:gd name="T27" fmla="*/ 56 h 60"/>
                  <a:gd name="T28" fmla="*/ 24 w 39"/>
                  <a:gd name="T29" fmla="*/ 51 h 60"/>
                  <a:gd name="T30" fmla="*/ 24 w 39"/>
                  <a:gd name="T31" fmla="*/ 33 h 60"/>
                  <a:gd name="T32" fmla="*/ 24 w 39"/>
                  <a:gd name="T33" fmla="*/ 26 h 60"/>
                  <a:gd name="T34" fmla="*/ 23 w 39"/>
                  <a:gd name="T35" fmla="*/ 24 h 60"/>
                  <a:gd name="T36" fmla="*/ 21 w 39"/>
                  <a:gd name="T37" fmla="*/ 24 h 60"/>
                  <a:gd name="T38" fmla="*/ 18 w 39"/>
                  <a:gd name="T39" fmla="*/ 25 h 60"/>
                  <a:gd name="T40" fmla="*/ 15 w 39"/>
                  <a:gd name="T41" fmla="*/ 29 h 60"/>
                  <a:gd name="T42" fmla="*/ 15 w 39"/>
                  <a:gd name="T43" fmla="*/ 51 h 60"/>
                  <a:gd name="T44" fmla="*/ 15 w 39"/>
                  <a:gd name="T45" fmla="*/ 56 h 60"/>
                  <a:gd name="T46" fmla="*/ 18 w 39"/>
                  <a:gd name="T47" fmla="*/ 58 h 60"/>
                  <a:gd name="T48" fmla="*/ 18 w 39"/>
                  <a:gd name="T49" fmla="*/ 60 h 60"/>
                  <a:gd name="T50" fmla="*/ 0 w 39"/>
                  <a:gd name="T51" fmla="*/ 60 h 60"/>
                  <a:gd name="T52" fmla="*/ 0 w 39"/>
                  <a:gd name="T53" fmla="*/ 58 h 60"/>
                  <a:gd name="T54" fmla="*/ 3 w 39"/>
                  <a:gd name="T55" fmla="*/ 57 h 60"/>
                  <a:gd name="T56" fmla="*/ 4 w 39"/>
                  <a:gd name="T57" fmla="*/ 51 h 60"/>
                  <a:gd name="T58" fmla="*/ 4 w 39"/>
                  <a:gd name="T59" fmla="*/ 9 h 60"/>
                  <a:gd name="T60" fmla="*/ 3 w 39"/>
                  <a:gd name="T61" fmla="*/ 3 h 60"/>
                  <a:gd name="T62" fmla="*/ 0 w 39"/>
                  <a:gd name="T63" fmla="*/ 2 h 60"/>
                  <a:gd name="T64" fmla="*/ 0 w 39"/>
                  <a:gd name="T65" fmla="*/ 0 h 60"/>
                  <a:gd name="T66" fmla="*/ 15 w 39"/>
                  <a:gd name="T6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9" h="60">
                    <a:moveTo>
                      <a:pt x="15" y="0"/>
                    </a:moveTo>
                    <a:cubicBezTo>
                      <a:pt x="15" y="24"/>
                      <a:pt x="15" y="24"/>
                      <a:pt x="15" y="24"/>
                    </a:cubicBezTo>
                    <a:cubicBezTo>
                      <a:pt x="17" y="22"/>
                      <a:pt x="19" y="20"/>
                      <a:pt x="20" y="19"/>
                    </a:cubicBezTo>
                    <a:cubicBezTo>
                      <a:pt x="22" y="18"/>
                      <a:pt x="24" y="18"/>
                      <a:pt x="25" y="18"/>
                    </a:cubicBezTo>
                    <a:cubicBezTo>
                      <a:pt x="28" y="18"/>
                      <a:pt x="30" y="18"/>
                      <a:pt x="31" y="20"/>
                    </a:cubicBezTo>
                    <a:cubicBezTo>
                      <a:pt x="33" y="21"/>
                      <a:pt x="34" y="23"/>
                      <a:pt x="35" y="25"/>
                    </a:cubicBezTo>
                    <a:cubicBezTo>
                      <a:pt x="35" y="27"/>
                      <a:pt x="35" y="30"/>
                      <a:pt x="35" y="35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4"/>
                      <a:pt x="36" y="56"/>
                      <a:pt x="36" y="57"/>
                    </a:cubicBezTo>
                    <a:cubicBezTo>
                      <a:pt x="37" y="58"/>
                      <a:pt x="38" y="58"/>
                      <a:pt x="39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2" y="58"/>
                      <a:pt x="23" y="57"/>
                      <a:pt x="24" y="56"/>
                    </a:cubicBezTo>
                    <a:cubicBezTo>
                      <a:pt x="24" y="56"/>
                      <a:pt x="24" y="54"/>
                      <a:pt x="24" y="51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29"/>
                      <a:pt x="24" y="27"/>
                      <a:pt x="24" y="26"/>
                    </a:cubicBezTo>
                    <a:cubicBezTo>
                      <a:pt x="24" y="25"/>
                      <a:pt x="23" y="25"/>
                      <a:pt x="23" y="24"/>
                    </a:cubicBezTo>
                    <a:cubicBezTo>
                      <a:pt x="22" y="24"/>
                      <a:pt x="22" y="24"/>
                      <a:pt x="21" y="24"/>
                    </a:cubicBezTo>
                    <a:cubicBezTo>
                      <a:pt x="20" y="24"/>
                      <a:pt x="19" y="24"/>
                      <a:pt x="18" y="25"/>
                    </a:cubicBezTo>
                    <a:cubicBezTo>
                      <a:pt x="17" y="26"/>
                      <a:pt x="16" y="27"/>
                      <a:pt x="15" y="29"/>
                    </a:cubicBezTo>
                    <a:cubicBezTo>
                      <a:pt x="15" y="51"/>
                      <a:pt x="15" y="51"/>
                      <a:pt x="15" y="51"/>
                    </a:cubicBezTo>
                    <a:cubicBezTo>
                      <a:pt x="15" y="54"/>
                      <a:pt x="15" y="56"/>
                      <a:pt x="15" y="56"/>
                    </a:cubicBezTo>
                    <a:cubicBezTo>
                      <a:pt x="16" y="57"/>
                      <a:pt x="17" y="58"/>
                      <a:pt x="18" y="58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8"/>
                      <a:pt x="3" y="57"/>
                      <a:pt x="3" y="57"/>
                    </a:cubicBezTo>
                    <a:cubicBezTo>
                      <a:pt x="4" y="56"/>
                      <a:pt x="4" y="54"/>
                      <a:pt x="4" y="5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6"/>
                      <a:pt x="4" y="4"/>
                      <a:pt x="3" y="3"/>
                    </a:cubicBezTo>
                    <a:cubicBezTo>
                      <a:pt x="3" y="3"/>
                      <a:pt x="2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8" name="íṥļîḑê"/>
              <p:cNvSpPr/>
              <p:nvPr/>
            </p:nvSpPr>
            <p:spPr bwMode="auto">
              <a:xfrm>
                <a:off x="7735888" y="3802063"/>
                <a:ext cx="128588" cy="139700"/>
              </a:xfrm>
              <a:custGeom>
                <a:avLst/>
                <a:gdLst>
                  <a:gd name="T0" fmla="*/ 14 w 39"/>
                  <a:gd name="T1" fmla="*/ 1 h 42"/>
                  <a:gd name="T2" fmla="*/ 14 w 39"/>
                  <a:gd name="T3" fmla="*/ 6 h 42"/>
                  <a:gd name="T4" fmla="*/ 20 w 39"/>
                  <a:gd name="T5" fmla="*/ 1 h 42"/>
                  <a:gd name="T6" fmla="*/ 25 w 39"/>
                  <a:gd name="T7" fmla="*/ 0 h 42"/>
                  <a:gd name="T8" fmla="*/ 31 w 39"/>
                  <a:gd name="T9" fmla="*/ 2 h 42"/>
                  <a:gd name="T10" fmla="*/ 34 w 39"/>
                  <a:gd name="T11" fmla="*/ 7 h 42"/>
                  <a:gd name="T12" fmla="*/ 35 w 39"/>
                  <a:gd name="T13" fmla="*/ 17 h 42"/>
                  <a:gd name="T14" fmla="*/ 35 w 39"/>
                  <a:gd name="T15" fmla="*/ 33 h 42"/>
                  <a:gd name="T16" fmla="*/ 36 w 39"/>
                  <a:gd name="T17" fmla="*/ 39 h 42"/>
                  <a:gd name="T18" fmla="*/ 39 w 39"/>
                  <a:gd name="T19" fmla="*/ 40 h 42"/>
                  <a:gd name="T20" fmla="*/ 39 w 39"/>
                  <a:gd name="T21" fmla="*/ 42 h 42"/>
                  <a:gd name="T22" fmla="*/ 20 w 39"/>
                  <a:gd name="T23" fmla="*/ 42 h 42"/>
                  <a:gd name="T24" fmla="*/ 20 w 39"/>
                  <a:gd name="T25" fmla="*/ 40 h 42"/>
                  <a:gd name="T26" fmla="*/ 23 w 39"/>
                  <a:gd name="T27" fmla="*/ 38 h 42"/>
                  <a:gd name="T28" fmla="*/ 24 w 39"/>
                  <a:gd name="T29" fmla="*/ 33 h 42"/>
                  <a:gd name="T30" fmla="*/ 24 w 39"/>
                  <a:gd name="T31" fmla="*/ 15 h 42"/>
                  <a:gd name="T32" fmla="*/ 24 w 39"/>
                  <a:gd name="T33" fmla="*/ 8 h 42"/>
                  <a:gd name="T34" fmla="*/ 22 w 39"/>
                  <a:gd name="T35" fmla="*/ 6 h 42"/>
                  <a:gd name="T36" fmla="*/ 21 w 39"/>
                  <a:gd name="T37" fmla="*/ 6 h 42"/>
                  <a:gd name="T38" fmla="*/ 14 w 39"/>
                  <a:gd name="T39" fmla="*/ 11 h 42"/>
                  <a:gd name="T40" fmla="*/ 14 w 39"/>
                  <a:gd name="T41" fmla="*/ 33 h 42"/>
                  <a:gd name="T42" fmla="*/ 15 w 39"/>
                  <a:gd name="T43" fmla="*/ 39 h 42"/>
                  <a:gd name="T44" fmla="*/ 18 w 39"/>
                  <a:gd name="T45" fmla="*/ 40 h 42"/>
                  <a:gd name="T46" fmla="*/ 18 w 39"/>
                  <a:gd name="T47" fmla="*/ 42 h 42"/>
                  <a:gd name="T48" fmla="*/ 0 w 39"/>
                  <a:gd name="T49" fmla="*/ 42 h 42"/>
                  <a:gd name="T50" fmla="*/ 0 w 39"/>
                  <a:gd name="T51" fmla="*/ 40 h 42"/>
                  <a:gd name="T52" fmla="*/ 3 w 39"/>
                  <a:gd name="T53" fmla="*/ 39 h 42"/>
                  <a:gd name="T54" fmla="*/ 4 w 39"/>
                  <a:gd name="T55" fmla="*/ 33 h 42"/>
                  <a:gd name="T56" fmla="*/ 4 w 39"/>
                  <a:gd name="T57" fmla="*/ 10 h 42"/>
                  <a:gd name="T58" fmla="*/ 3 w 39"/>
                  <a:gd name="T59" fmla="*/ 4 h 42"/>
                  <a:gd name="T60" fmla="*/ 0 w 39"/>
                  <a:gd name="T61" fmla="*/ 2 h 42"/>
                  <a:gd name="T62" fmla="*/ 0 w 39"/>
                  <a:gd name="T63" fmla="*/ 1 h 42"/>
                  <a:gd name="T64" fmla="*/ 14 w 39"/>
                  <a:gd name="T65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2">
                    <a:moveTo>
                      <a:pt x="14" y="1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6" y="4"/>
                      <a:pt x="18" y="2"/>
                      <a:pt x="20" y="1"/>
                    </a:cubicBezTo>
                    <a:cubicBezTo>
                      <a:pt x="22" y="0"/>
                      <a:pt x="23" y="0"/>
                      <a:pt x="25" y="0"/>
                    </a:cubicBezTo>
                    <a:cubicBezTo>
                      <a:pt x="28" y="0"/>
                      <a:pt x="30" y="0"/>
                      <a:pt x="31" y="2"/>
                    </a:cubicBezTo>
                    <a:cubicBezTo>
                      <a:pt x="33" y="3"/>
                      <a:pt x="34" y="5"/>
                      <a:pt x="34" y="7"/>
                    </a:cubicBezTo>
                    <a:cubicBezTo>
                      <a:pt x="35" y="9"/>
                      <a:pt x="35" y="12"/>
                      <a:pt x="35" y="17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6"/>
                      <a:pt x="35" y="38"/>
                      <a:pt x="36" y="39"/>
                    </a:cubicBezTo>
                    <a:cubicBezTo>
                      <a:pt x="36" y="40"/>
                      <a:pt x="37" y="40"/>
                      <a:pt x="39" y="40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2" y="40"/>
                      <a:pt x="23" y="39"/>
                      <a:pt x="23" y="38"/>
                    </a:cubicBezTo>
                    <a:cubicBezTo>
                      <a:pt x="24" y="38"/>
                      <a:pt x="24" y="36"/>
                      <a:pt x="24" y="33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1"/>
                      <a:pt x="24" y="9"/>
                      <a:pt x="24" y="8"/>
                    </a:cubicBezTo>
                    <a:cubicBezTo>
                      <a:pt x="23" y="7"/>
                      <a:pt x="23" y="7"/>
                      <a:pt x="22" y="6"/>
                    </a:cubicBezTo>
                    <a:cubicBezTo>
                      <a:pt x="22" y="6"/>
                      <a:pt x="21" y="6"/>
                      <a:pt x="21" y="6"/>
                    </a:cubicBezTo>
                    <a:cubicBezTo>
                      <a:pt x="18" y="6"/>
                      <a:pt x="16" y="7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6"/>
                      <a:pt x="15" y="38"/>
                      <a:pt x="15" y="39"/>
                    </a:cubicBezTo>
                    <a:cubicBezTo>
                      <a:pt x="16" y="40"/>
                      <a:pt x="17" y="40"/>
                      <a:pt x="18" y="40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0"/>
                      <a:pt x="2" y="39"/>
                      <a:pt x="3" y="39"/>
                    </a:cubicBezTo>
                    <a:cubicBezTo>
                      <a:pt x="3" y="38"/>
                      <a:pt x="4" y="36"/>
                      <a:pt x="4" y="33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3" y="5"/>
                      <a:pt x="3" y="4"/>
                    </a:cubicBezTo>
                    <a:cubicBezTo>
                      <a:pt x="2" y="3"/>
                      <a:pt x="1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9" name="íśḻîďê"/>
              <p:cNvSpPr/>
              <p:nvPr/>
            </p:nvSpPr>
            <p:spPr bwMode="auto">
              <a:xfrm>
                <a:off x="7886700" y="3802063"/>
                <a:ext cx="112713" cy="142875"/>
              </a:xfrm>
              <a:custGeom>
                <a:avLst/>
                <a:gdLst>
                  <a:gd name="T0" fmla="*/ 17 w 34"/>
                  <a:gd name="T1" fmla="*/ 0 h 43"/>
                  <a:gd name="T2" fmla="*/ 26 w 34"/>
                  <a:gd name="T3" fmla="*/ 2 h 43"/>
                  <a:gd name="T4" fmla="*/ 32 w 34"/>
                  <a:gd name="T5" fmla="*/ 10 h 43"/>
                  <a:gd name="T6" fmla="*/ 34 w 34"/>
                  <a:gd name="T7" fmla="*/ 21 h 43"/>
                  <a:gd name="T8" fmla="*/ 31 w 34"/>
                  <a:gd name="T9" fmla="*/ 36 h 43"/>
                  <a:gd name="T10" fmla="*/ 17 w 34"/>
                  <a:gd name="T11" fmla="*/ 43 h 43"/>
                  <a:gd name="T12" fmla="*/ 5 w 34"/>
                  <a:gd name="T13" fmla="*/ 37 h 43"/>
                  <a:gd name="T14" fmla="*/ 0 w 34"/>
                  <a:gd name="T15" fmla="*/ 22 h 43"/>
                  <a:gd name="T16" fmla="*/ 5 w 34"/>
                  <a:gd name="T17" fmla="*/ 6 h 43"/>
                  <a:gd name="T18" fmla="*/ 17 w 34"/>
                  <a:gd name="T19" fmla="*/ 0 h 43"/>
                  <a:gd name="T20" fmla="*/ 18 w 34"/>
                  <a:gd name="T21" fmla="*/ 3 h 43"/>
                  <a:gd name="T22" fmla="*/ 14 w 34"/>
                  <a:gd name="T23" fmla="*/ 4 h 43"/>
                  <a:gd name="T24" fmla="*/ 12 w 34"/>
                  <a:gd name="T25" fmla="*/ 11 h 43"/>
                  <a:gd name="T26" fmla="*/ 12 w 34"/>
                  <a:gd name="T27" fmla="*/ 25 h 43"/>
                  <a:gd name="T28" fmla="*/ 12 w 34"/>
                  <a:gd name="T29" fmla="*/ 34 h 43"/>
                  <a:gd name="T30" fmla="*/ 14 w 34"/>
                  <a:gd name="T31" fmla="*/ 38 h 43"/>
                  <a:gd name="T32" fmla="*/ 17 w 34"/>
                  <a:gd name="T33" fmla="*/ 40 h 43"/>
                  <a:gd name="T34" fmla="*/ 20 w 34"/>
                  <a:gd name="T35" fmla="*/ 39 h 43"/>
                  <a:gd name="T36" fmla="*/ 22 w 34"/>
                  <a:gd name="T37" fmla="*/ 35 h 43"/>
                  <a:gd name="T38" fmla="*/ 23 w 34"/>
                  <a:gd name="T39" fmla="*/ 18 h 43"/>
                  <a:gd name="T40" fmla="*/ 22 w 34"/>
                  <a:gd name="T41" fmla="*/ 8 h 43"/>
                  <a:gd name="T42" fmla="*/ 20 w 34"/>
                  <a:gd name="T43" fmla="*/ 4 h 43"/>
                  <a:gd name="T44" fmla="*/ 18 w 34"/>
                  <a:gd name="T45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" h="43">
                    <a:moveTo>
                      <a:pt x="17" y="0"/>
                    </a:moveTo>
                    <a:cubicBezTo>
                      <a:pt x="21" y="0"/>
                      <a:pt x="23" y="1"/>
                      <a:pt x="26" y="2"/>
                    </a:cubicBezTo>
                    <a:cubicBezTo>
                      <a:pt x="29" y="4"/>
                      <a:pt x="31" y="7"/>
                      <a:pt x="32" y="10"/>
                    </a:cubicBezTo>
                    <a:cubicBezTo>
                      <a:pt x="34" y="14"/>
                      <a:pt x="34" y="17"/>
                      <a:pt x="34" y="21"/>
                    </a:cubicBezTo>
                    <a:cubicBezTo>
                      <a:pt x="34" y="27"/>
                      <a:pt x="33" y="32"/>
                      <a:pt x="31" y="36"/>
                    </a:cubicBezTo>
                    <a:cubicBezTo>
                      <a:pt x="27" y="41"/>
                      <a:pt x="23" y="43"/>
                      <a:pt x="17" y="43"/>
                    </a:cubicBezTo>
                    <a:cubicBezTo>
                      <a:pt x="12" y="43"/>
                      <a:pt x="8" y="41"/>
                      <a:pt x="5" y="37"/>
                    </a:cubicBezTo>
                    <a:cubicBezTo>
                      <a:pt x="2" y="32"/>
                      <a:pt x="0" y="27"/>
                      <a:pt x="0" y="22"/>
                    </a:cubicBezTo>
                    <a:cubicBezTo>
                      <a:pt x="0" y="16"/>
                      <a:pt x="2" y="11"/>
                      <a:pt x="5" y="6"/>
                    </a:cubicBezTo>
                    <a:cubicBezTo>
                      <a:pt x="8" y="2"/>
                      <a:pt x="12" y="0"/>
                      <a:pt x="17" y="0"/>
                    </a:cubicBezTo>
                    <a:close/>
                    <a:moveTo>
                      <a:pt x="18" y="3"/>
                    </a:moveTo>
                    <a:cubicBezTo>
                      <a:pt x="16" y="3"/>
                      <a:pt x="15" y="3"/>
                      <a:pt x="14" y="4"/>
                    </a:cubicBezTo>
                    <a:cubicBezTo>
                      <a:pt x="13" y="6"/>
                      <a:pt x="13" y="8"/>
                      <a:pt x="12" y="11"/>
                    </a:cubicBezTo>
                    <a:cubicBezTo>
                      <a:pt x="12" y="14"/>
                      <a:pt x="12" y="19"/>
                      <a:pt x="12" y="25"/>
                    </a:cubicBezTo>
                    <a:cubicBezTo>
                      <a:pt x="12" y="28"/>
                      <a:pt x="12" y="31"/>
                      <a:pt x="12" y="34"/>
                    </a:cubicBezTo>
                    <a:cubicBezTo>
                      <a:pt x="13" y="36"/>
                      <a:pt x="13" y="37"/>
                      <a:pt x="14" y="38"/>
                    </a:cubicBezTo>
                    <a:cubicBezTo>
                      <a:pt x="15" y="39"/>
                      <a:pt x="16" y="40"/>
                      <a:pt x="17" y="40"/>
                    </a:cubicBezTo>
                    <a:cubicBezTo>
                      <a:pt x="19" y="40"/>
                      <a:pt x="19" y="40"/>
                      <a:pt x="20" y="39"/>
                    </a:cubicBezTo>
                    <a:cubicBezTo>
                      <a:pt x="21" y="38"/>
                      <a:pt x="22" y="37"/>
                      <a:pt x="22" y="35"/>
                    </a:cubicBezTo>
                    <a:cubicBezTo>
                      <a:pt x="23" y="32"/>
                      <a:pt x="23" y="26"/>
                      <a:pt x="23" y="18"/>
                    </a:cubicBezTo>
                    <a:cubicBezTo>
                      <a:pt x="23" y="13"/>
                      <a:pt x="23" y="10"/>
                      <a:pt x="22" y="8"/>
                    </a:cubicBezTo>
                    <a:cubicBezTo>
                      <a:pt x="22" y="6"/>
                      <a:pt x="21" y="4"/>
                      <a:pt x="20" y="4"/>
                    </a:cubicBezTo>
                    <a:cubicBezTo>
                      <a:pt x="19" y="3"/>
                      <a:pt x="19" y="3"/>
                      <a:pt x="18" y="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0" name="iṣļiḍé"/>
              <p:cNvSpPr/>
              <p:nvPr/>
            </p:nvSpPr>
            <p:spPr bwMode="auto">
              <a:xfrm>
                <a:off x="8021638" y="3743325"/>
                <a:ext cx="66675" cy="198438"/>
              </a:xfrm>
              <a:custGeom>
                <a:avLst/>
                <a:gdLst>
                  <a:gd name="T0" fmla="*/ 16 w 20"/>
                  <a:gd name="T1" fmla="*/ 0 h 60"/>
                  <a:gd name="T2" fmla="*/ 16 w 20"/>
                  <a:gd name="T3" fmla="*/ 51 h 60"/>
                  <a:gd name="T4" fmla="*/ 17 w 20"/>
                  <a:gd name="T5" fmla="*/ 57 h 60"/>
                  <a:gd name="T6" fmla="*/ 20 w 20"/>
                  <a:gd name="T7" fmla="*/ 58 h 60"/>
                  <a:gd name="T8" fmla="*/ 20 w 20"/>
                  <a:gd name="T9" fmla="*/ 60 h 60"/>
                  <a:gd name="T10" fmla="*/ 0 w 20"/>
                  <a:gd name="T11" fmla="*/ 60 h 60"/>
                  <a:gd name="T12" fmla="*/ 0 w 20"/>
                  <a:gd name="T13" fmla="*/ 58 h 60"/>
                  <a:gd name="T14" fmla="*/ 4 w 20"/>
                  <a:gd name="T15" fmla="*/ 57 h 60"/>
                  <a:gd name="T16" fmla="*/ 5 w 20"/>
                  <a:gd name="T17" fmla="*/ 51 h 60"/>
                  <a:gd name="T18" fmla="*/ 5 w 20"/>
                  <a:gd name="T19" fmla="*/ 9 h 60"/>
                  <a:gd name="T20" fmla="*/ 4 w 20"/>
                  <a:gd name="T21" fmla="*/ 3 h 60"/>
                  <a:gd name="T22" fmla="*/ 0 w 20"/>
                  <a:gd name="T23" fmla="*/ 2 h 60"/>
                  <a:gd name="T24" fmla="*/ 0 w 20"/>
                  <a:gd name="T25" fmla="*/ 0 h 60"/>
                  <a:gd name="T26" fmla="*/ 16 w 20"/>
                  <a:gd name="T2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60">
                    <a:moveTo>
                      <a:pt x="16" y="0"/>
                    </a:moveTo>
                    <a:cubicBezTo>
                      <a:pt x="16" y="51"/>
                      <a:pt x="16" y="51"/>
                      <a:pt x="16" y="51"/>
                    </a:cubicBezTo>
                    <a:cubicBezTo>
                      <a:pt x="16" y="54"/>
                      <a:pt x="16" y="56"/>
                      <a:pt x="17" y="57"/>
                    </a:cubicBezTo>
                    <a:cubicBezTo>
                      <a:pt x="17" y="58"/>
                      <a:pt x="18" y="58"/>
                      <a:pt x="20" y="58"/>
                    </a:cubicBezTo>
                    <a:cubicBezTo>
                      <a:pt x="20" y="60"/>
                      <a:pt x="20" y="60"/>
                      <a:pt x="20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8"/>
                      <a:pt x="3" y="58"/>
                      <a:pt x="4" y="57"/>
                    </a:cubicBezTo>
                    <a:cubicBezTo>
                      <a:pt x="5" y="56"/>
                      <a:pt x="5" y="54"/>
                      <a:pt x="5" y="51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6"/>
                      <a:pt x="4" y="4"/>
                      <a:pt x="4" y="3"/>
                    </a:cubicBezTo>
                    <a:cubicBezTo>
                      <a:pt x="3" y="3"/>
                      <a:pt x="2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1" name="išḷíḑè"/>
              <p:cNvSpPr/>
              <p:nvPr/>
            </p:nvSpPr>
            <p:spPr bwMode="auto">
              <a:xfrm>
                <a:off x="8107363" y="3802063"/>
                <a:ext cx="112713" cy="142875"/>
              </a:xfrm>
              <a:custGeom>
                <a:avLst/>
                <a:gdLst>
                  <a:gd name="T0" fmla="*/ 17 w 34"/>
                  <a:gd name="T1" fmla="*/ 0 h 43"/>
                  <a:gd name="T2" fmla="*/ 26 w 34"/>
                  <a:gd name="T3" fmla="*/ 2 h 43"/>
                  <a:gd name="T4" fmla="*/ 32 w 34"/>
                  <a:gd name="T5" fmla="*/ 10 h 43"/>
                  <a:gd name="T6" fmla="*/ 34 w 34"/>
                  <a:gd name="T7" fmla="*/ 21 h 43"/>
                  <a:gd name="T8" fmla="*/ 30 w 34"/>
                  <a:gd name="T9" fmla="*/ 36 h 43"/>
                  <a:gd name="T10" fmla="*/ 17 w 34"/>
                  <a:gd name="T11" fmla="*/ 43 h 43"/>
                  <a:gd name="T12" fmla="*/ 5 w 34"/>
                  <a:gd name="T13" fmla="*/ 37 h 43"/>
                  <a:gd name="T14" fmla="*/ 0 w 34"/>
                  <a:gd name="T15" fmla="*/ 22 h 43"/>
                  <a:gd name="T16" fmla="*/ 5 w 34"/>
                  <a:gd name="T17" fmla="*/ 6 h 43"/>
                  <a:gd name="T18" fmla="*/ 17 w 34"/>
                  <a:gd name="T19" fmla="*/ 0 h 43"/>
                  <a:gd name="T20" fmla="*/ 17 w 34"/>
                  <a:gd name="T21" fmla="*/ 3 h 43"/>
                  <a:gd name="T22" fmla="*/ 14 w 34"/>
                  <a:gd name="T23" fmla="*/ 4 h 43"/>
                  <a:gd name="T24" fmla="*/ 12 w 34"/>
                  <a:gd name="T25" fmla="*/ 11 h 43"/>
                  <a:gd name="T26" fmla="*/ 11 w 34"/>
                  <a:gd name="T27" fmla="*/ 25 h 43"/>
                  <a:gd name="T28" fmla="*/ 12 w 34"/>
                  <a:gd name="T29" fmla="*/ 34 h 43"/>
                  <a:gd name="T30" fmla="*/ 14 w 34"/>
                  <a:gd name="T31" fmla="*/ 38 h 43"/>
                  <a:gd name="T32" fmla="*/ 17 w 34"/>
                  <a:gd name="T33" fmla="*/ 40 h 43"/>
                  <a:gd name="T34" fmla="*/ 20 w 34"/>
                  <a:gd name="T35" fmla="*/ 39 h 43"/>
                  <a:gd name="T36" fmla="*/ 22 w 34"/>
                  <a:gd name="T37" fmla="*/ 35 h 43"/>
                  <a:gd name="T38" fmla="*/ 23 w 34"/>
                  <a:gd name="T39" fmla="*/ 18 h 43"/>
                  <a:gd name="T40" fmla="*/ 22 w 34"/>
                  <a:gd name="T41" fmla="*/ 8 h 43"/>
                  <a:gd name="T42" fmla="*/ 20 w 34"/>
                  <a:gd name="T43" fmla="*/ 4 h 43"/>
                  <a:gd name="T44" fmla="*/ 17 w 34"/>
                  <a:gd name="T45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" h="43">
                    <a:moveTo>
                      <a:pt x="17" y="0"/>
                    </a:moveTo>
                    <a:cubicBezTo>
                      <a:pt x="20" y="0"/>
                      <a:pt x="23" y="1"/>
                      <a:pt x="26" y="2"/>
                    </a:cubicBezTo>
                    <a:cubicBezTo>
                      <a:pt x="29" y="4"/>
                      <a:pt x="31" y="7"/>
                      <a:pt x="32" y="10"/>
                    </a:cubicBezTo>
                    <a:cubicBezTo>
                      <a:pt x="33" y="14"/>
                      <a:pt x="34" y="17"/>
                      <a:pt x="34" y="21"/>
                    </a:cubicBezTo>
                    <a:cubicBezTo>
                      <a:pt x="34" y="27"/>
                      <a:pt x="33" y="32"/>
                      <a:pt x="30" y="36"/>
                    </a:cubicBezTo>
                    <a:cubicBezTo>
                      <a:pt x="27" y="41"/>
                      <a:pt x="23" y="43"/>
                      <a:pt x="17" y="43"/>
                    </a:cubicBezTo>
                    <a:cubicBezTo>
                      <a:pt x="12" y="43"/>
                      <a:pt x="8" y="41"/>
                      <a:pt x="5" y="37"/>
                    </a:cubicBezTo>
                    <a:cubicBezTo>
                      <a:pt x="2" y="32"/>
                      <a:pt x="0" y="27"/>
                      <a:pt x="0" y="22"/>
                    </a:cubicBezTo>
                    <a:cubicBezTo>
                      <a:pt x="0" y="16"/>
                      <a:pt x="2" y="11"/>
                      <a:pt x="5" y="6"/>
                    </a:cubicBezTo>
                    <a:cubicBezTo>
                      <a:pt x="8" y="2"/>
                      <a:pt x="12" y="0"/>
                      <a:pt x="17" y="0"/>
                    </a:cubicBezTo>
                    <a:close/>
                    <a:moveTo>
                      <a:pt x="17" y="3"/>
                    </a:moveTo>
                    <a:cubicBezTo>
                      <a:pt x="16" y="3"/>
                      <a:pt x="15" y="3"/>
                      <a:pt x="14" y="4"/>
                    </a:cubicBezTo>
                    <a:cubicBezTo>
                      <a:pt x="13" y="6"/>
                      <a:pt x="12" y="8"/>
                      <a:pt x="12" y="11"/>
                    </a:cubicBezTo>
                    <a:cubicBezTo>
                      <a:pt x="12" y="14"/>
                      <a:pt x="11" y="19"/>
                      <a:pt x="11" y="25"/>
                    </a:cubicBezTo>
                    <a:cubicBezTo>
                      <a:pt x="11" y="28"/>
                      <a:pt x="12" y="31"/>
                      <a:pt x="12" y="34"/>
                    </a:cubicBezTo>
                    <a:cubicBezTo>
                      <a:pt x="12" y="36"/>
                      <a:pt x="13" y="37"/>
                      <a:pt x="14" y="38"/>
                    </a:cubicBezTo>
                    <a:cubicBezTo>
                      <a:pt x="15" y="39"/>
                      <a:pt x="16" y="40"/>
                      <a:pt x="17" y="40"/>
                    </a:cubicBezTo>
                    <a:cubicBezTo>
                      <a:pt x="18" y="40"/>
                      <a:pt x="19" y="40"/>
                      <a:pt x="20" y="39"/>
                    </a:cubicBezTo>
                    <a:cubicBezTo>
                      <a:pt x="21" y="38"/>
                      <a:pt x="22" y="37"/>
                      <a:pt x="22" y="35"/>
                    </a:cubicBezTo>
                    <a:cubicBezTo>
                      <a:pt x="22" y="32"/>
                      <a:pt x="23" y="26"/>
                      <a:pt x="23" y="18"/>
                    </a:cubicBezTo>
                    <a:cubicBezTo>
                      <a:pt x="23" y="13"/>
                      <a:pt x="22" y="10"/>
                      <a:pt x="22" y="8"/>
                    </a:cubicBezTo>
                    <a:cubicBezTo>
                      <a:pt x="22" y="6"/>
                      <a:pt x="21" y="4"/>
                      <a:pt x="20" y="4"/>
                    </a:cubicBezTo>
                    <a:cubicBezTo>
                      <a:pt x="19" y="3"/>
                      <a:pt x="18" y="3"/>
                      <a:pt x="17" y="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2" name="îšľîḋê"/>
              <p:cNvSpPr/>
              <p:nvPr/>
            </p:nvSpPr>
            <p:spPr bwMode="auto">
              <a:xfrm>
                <a:off x="8247063" y="3802063"/>
                <a:ext cx="119063" cy="203200"/>
              </a:xfrm>
              <a:custGeom>
                <a:avLst/>
                <a:gdLst>
                  <a:gd name="T0" fmla="*/ 23 w 36"/>
                  <a:gd name="T1" fmla="*/ 1 h 61"/>
                  <a:gd name="T2" fmla="*/ 36 w 36"/>
                  <a:gd name="T3" fmla="*/ 1 h 61"/>
                  <a:gd name="T4" fmla="*/ 36 w 36"/>
                  <a:gd name="T5" fmla="*/ 6 h 61"/>
                  <a:gd name="T6" fmla="*/ 29 w 36"/>
                  <a:gd name="T7" fmla="*/ 6 h 61"/>
                  <a:gd name="T8" fmla="*/ 31 w 36"/>
                  <a:gd name="T9" fmla="*/ 10 h 61"/>
                  <a:gd name="T10" fmla="*/ 32 w 36"/>
                  <a:gd name="T11" fmla="*/ 15 h 61"/>
                  <a:gd name="T12" fmla="*/ 30 w 36"/>
                  <a:gd name="T13" fmla="*/ 23 h 61"/>
                  <a:gd name="T14" fmla="*/ 24 w 36"/>
                  <a:gd name="T15" fmla="*/ 28 h 61"/>
                  <a:gd name="T16" fmla="*/ 18 w 36"/>
                  <a:gd name="T17" fmla="*/ 29 h 61"/>
                  <a:gd name="T18" fmla="*/ 13 w 36"/>
                  <a:gd name="T19" fmla="*/ 29 h 61"/>
                  <a:gd name="T20" fmla="*/ 10 w 36"/>
                  <a:gd name="T21" fmla="*/ 31 h 61"/>
                  <a:gd name="T22" fmla="*/ 9 w 36"/>
                  <a:gd name="T23" fmla="*/ 34 h 61"/>
                  <a:gd name="T24" fmla="*/ 10 w 36"/>
                  <a:gd name="T25" fmla="*/ 36 h 61"/>
                  <a:gd name="T26" fmla="*/ 13 w 36"/>
                  <a:gd name="T27" fmla="*/ 37 h 61"/>
                  <a:gd name="T28" fmla="*/ 20 w 36"/>
                  <a:gd name="T29" fmla="*/ 37 h 61"/>
                  <a:gd name="T30" fmla="*/ 31 w 36"/>
                  <a:gd name="T31" fmla="*/ 39 h 61"/>
                  <a:gd name="T32" fmla="*/ 36 w 36"/>
                  <a:gd name="T33" fmla="*/ 48 h 61"/>
                  <a:gd name="T34" fmla="*/ 34 w 36"/>
                  <a:gd name="T35" fmla="*/ 55 h 61"/>
                  <a:gd name="T36" fmla="*/ 28 w 36"/>
                  <a:gd name="T37" fmla="*/ 59 h 61"/>
                  <a:gd name="T38" fmla="*/ 17 w 36"/>
                  <a:gd name="T39" fmla="*/ 61 h 61"/>
                  <a:gd name="T40" fmla="*/ 8 w 36"/>
                  <a:gd name="T41" fmla="*/ 60 h 61"/>
                  <a:gd name="T42" fmla="*/ 2 w 36"/>
                  <a:gd name="T43" fmla="*/ 57 h 61"/>
                  <a:gd name="T44" fmla="*/ 0 w 36"/>
                  <a:gd name="T45" fmla="*/ 53 h 61"/>
                  <a:gd name="T46" fmla="*/ 2 w 36"/>
                  <a:gd name="T47" fmla="*/ 49 h 61"/>
                  <a:gd name="T48" fmla="*/ 7 w 36"/>
                  <a:gd name="T49" fmla="*/ 47 h 61"/>
                  <a:gd name="T50" fmla="*/ 2 w 36"/>
                  <a:gd name="T51" fmla="*/ 39 h 61"/>
                  <a:gd name="T52" fmla="*/ 4 w 36"/>
                  <a:gd name="T53" fmla="*/ 33 h 61"/>
                  <a:gd name="T54" fmla="*/ 10 w 36"/>
                  <a:gd name="T55" fmla="*/ 28 h 61"/>
                  <a:gd name="T56" fmla="*/ 3 w 36"/>
                  <a:gd name="T57" fmla="*/ 23 h 61"/>
                  <a:gd name="T58" fmla="*/ 0 w 36"/>
                  <a:gd name="T59" fmla="*/ 14 h 61"/>
                  <a:gd name="T60" fmla="*/ 5 w 36"/>
                  <a:gd name="T61" fmla="*/ 4 h 61"/>
                  <a:gd name="T62" fmla="*/ 16 w 36"/>
                  <a:gd name="T63" fmla="*/ 0 h 61"/>
                  <a:gd name="T64" fmla="*/ 23 w 36"/>
                  <a:gd name="T65" fmla="*/ 1 h 61"/>
                  <a:gd name="T66" fmla="*/ 17 w 36"/>
                  <a:gd name="T67" fmla="*/ 2 h 61"/>
                  <a:gd name="T68" fmla="*/ 13 w 36"/>
                  <a:gd name="T69" fmla="*/ 5 h 61"/>
                  <a:gd name="T70" fmla="*/ 11 w 36"/>
                  <a:gd name="T71" fmla="*/ 15 h 61"/>
                  <a:gd name="T72" fmla="*/ 13 w 36"/>
                  <a:gd name="T73" fmla="*/ 24 h 61"/>
                  <a:gd name="T74" fmla="*/ 16 w 36"/>
                  <a:gd name="T75" fmla="*/ 27 h 61"/>
                  <a:gd name="T76" fmla="*/ 20 w 36"/>
                  <a:gd name="T77" fmla="*/ 24 h 61"/>
                  <a:gd name="T78" fmla="*/ 22 w 36"/>
                  <a:gd name="T79" fmla="*/ 15 h 61"/>
                  <a:gd name="T80" fmla="*/ 20 w 36"/>
                  <a:gd name="T81" fmla="*/ 4 h 61"/>
                  <a:gd name="T82" fmla="*/ 17 w 36"/>
                  <a:gd name="T83" fmla="*/ 2 h 61"/>
                  <a:gd name="T84" fmla="*/ 14 w 36"/>
                  <a:gd name="T85" fmla="*/ 48 h 61"/>
                  <a:gd name="T86" fmla="*/ 9 w 36"/>
                  <a:gd name="T87" fmla="*/ 49 h 61"/>
                  <a:gd name="T88" fmla="*/ 7 w 36"/>
                  <a:gd name="T89" fmla="*/ 52 h 61"/>
                  <a:gd name="T90" fmla="*/ 9 w 36"/>
                  <a:gd name="T91" fmla="*/ 56 h 61"/>
                  <a:gd name="T92" fmla="*/ 18 w 36"/>
                  <a:gd name="T93" fmla="*/ 58 h 61"/>
                  <a:gd name="T94" fmla="*/ 26 w 36"/>
                  <a:gd name="T95" fmla="*/ 57 h 61"/>
                  <a:gd name="T96" fmla="*/ 29 w 36"/>
                  <a:gd name="T97" fmla="*/ 52 h 61"/>
                  <a:gd name="T98" fmla="*/ 29 w 36"/>
                  <a:gd name="T99" fmla="*/ 50 h 61"/>
                  <a:gd name="T100" fmla="*/ 26 w 36"/>
                  <a:gd name="T101" fmla="*/ 48 h 61"/>
                  <a:gd name="T102" fmla="*/ 14 w 36"/>
                  <a:gd name="T103" fmla="*/ 48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6" h="61">
                    <a:moveTo>
                      <a:pt x="23" y="1"/>
                    </a:moveTo>
                    <a:cubicBezTo>
                      <a:pt x="36" y="1"/>
                      <a:pt x="36" y="1"/>
                      <a:pt x="36" y="1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30" y="8"/>
                      <a:pt x="31" y="9"/>
                      <a:pt x="31" y="10"/>
                    </a:cubicBezTo>
                    <a:cubicBezTo>
                      <a:pt x="32" y="12"/>
                      <a:pt x="32" y="13"/>
                      <a:pt x="32" y="15"/>
                    </a:cubicBezTo>
                    <a:cubicBezTo>
                      <a:pt x="32" y="18"/>
                      <a:pt x="31" y="20"/>
                      <a:pt x="30" y="23"/>
                    </a:cubicBezTo>
                    <a:cubicBezTo>
                      <a:pt x="29" y="25"/>
                      <a:pt x="27" y="26"/>
                      <a:pt x="24" y="28"/>
                    </a:cubicBezTo>
                    <a:cubicBezTo>
                      <a:pt x="22" y="29"/>
                      <a:pt x="20" y="29"/>
                      <a:pt x="18" y="29"/>
                    </a:cubicBezTo>
                    <a:cubicBezTo>
                      <a:pt x="17" y="29"/>
                      <a:pt x="16" y="29"/>
                      <a:pt x="13" y="29"/>
                    </a:cubicBezTo>
                    <a:cubicBezTo>
                      <a:pt x="12" y="29"/>
                      <a:pt x="11" y="30"/>
                      <a:pt x="10" y="31"/>
                    </a:cubicBezTo>
                    <a:cubicBezTo>
                      <a:pt x="9" y="31"/>
                      <a:pt x="9" y="32"/>
                      <a:pt x="9" y="34"/>
                    </a:cubicBezTo>
                    <a:cubicBezTo>
                      <a:pt x="9" y="35"/>
                      <a:pt x="9" y="36"/>
                      <a:pt x="10" y="36"/>
                    </a:cubicBezTo>
                    <a:cubicBezTo>
                      <a:pt x="11" y="37"/>
                      <a:pt x="12" y="37"/>
                      <a:pt x="13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6" y="37"/>
                      <a:pt x="29" y="38"/>
                      <a:pt x="31" y="39"/>
                    </a:cubicBezTo>
                    <a:cubicBezTo>
                      <a:pt x="34" y="41"/>
                      <a:pt x="36" y="44"/>
                      <a:pt x="36" y="48"/>
                    </a:cubicBezTo>
                    <a:cubicBezTo>
                      <a:pt x="36" y="50"/>
                      <a:pt x="35" y="52"/>
                      <a:pt x="34" y="55"/>
                    </a:cubicBezTo>
                    <a:cubicBezTo>
                      <a:pt x="32" y="57"/>
                      <a:pt x="31" y="58"/>
                      <a:pt x="28" y="59"/>
                    </a:cubicBezTo>
                    <a:cubicBezTo>
                      <a:pt x="25" y="60"/>
                      <a:pt x="21" y="61"/>
                      <a:pt x="17" y="61"/>
                    </a:cubicBezTo>
                    <a:cubicBezTo>
                      <a:pt x="14" y="61"/>
                      <a:pt x="11" y="61"/>
                      <a:pt x="8" y="60"/>
                    </a:cubicBezTo>
                    <a:cubicBezTo>
                      <a:pt x="5" y="59"/>
                      <a:pt x="3" y="58"/>
                      <a:pt x="2" y="57"/>
                    </a:cubicBezTo>
                    <a:cubicBezTo>
                      <a:pt x="1" y="56"/>
                      <a:pt x="0" y="55"/>
                      <a:pt x="0" y="53"/>
                    </a:cubicBezTo>
                    <a:cubicBezTo>
                      <a:pt x="0" y="52"/>
                      <a:pt x="1" y="51"/>
                      <a:pt x="2" y="49"/>
                    </a:cubicBezTo>
                    <a:cubicBezTo>
                      <a:pt x="3" y="48"/>
                      <a:pt x="4" y="48"/>
                      <a:pt x="7" y="47"/>
                    </a:cubicBezTo>
                    <a:cubicBezTo>
                      <a:pt x="3" y="45"/>
                      <a:pt x="2" y="42"/>
                      <a:pt x="2" y="39"/>
                    </a:cubicBezTo>
                    <a:cubicBezTo>
                      <a:pt x="2" y="37"/>
                      <a:pt x="2" y="35"/>
                      <a:pt x="4" y="33"/>
                    </a:cubicBezTo>
                    <a:cubicBezTo>
                      <a:pt x="5" y="31"/>
                      <a:pt x="7" y="30"/>
                      <a:pt x="10" y="28"/>
                    </a:cubicBezTo>
                    <a:cubicBezTo>
                      <a:pt x="7" y="27"/>
                      <a:pt x="4" y="25"/>
                      <a:pt x="3" y="23"/>
                    </a:cubicBezTo>
                    <a:cubicBezTo>
                      <a:pt x="1" y="20"/>
                      <a:pt x="0" y="17"/>
                      <a:pt x="0" y="14"/>
                    </a:cubicBezTo>
                    <a:cubicBezTo>
                      <a:pt x="0" y="10"/>
                      <a:pt x="2" y="7"/>
                      <a:pt x="5" y="4"/>
                    </a:cubicBezTo>
                    <a:cubicBezTo>
                      <a:pt x="8" y="1"/>
                      <a:pt x="11" y="0"/>
                      <a:pt x="16" y="0"/>
                    </a:cubicBezTo>
                    <a:cubicBezTo>
                      <a:pt x="18" y="0"/>
                      <a:pt x="21" y="0"/>
                      <a:pt x="23" y="1"/>
                    </a:cubicBezTo>
                    <a:close/>
                    <a:moveTo>
                      <a:pt x="17" y="2"/>
                    </a:moveTo>
                    <a:cubicBezTo>
                      <a:pt x="15" y="2"/>
                      <a:pt x="14" y="3"/>
                      <a:pt x="13" y="5"/>
                    </a:cubicBezTo>
                    <a:cubicBezTo>
                      <a:pt x="12" y="7"/>
                      <a:pt x="11" y="10"/>
                      <a:pt x="11" y="15"/>
                    </a:cubicBezTo>
                    <a:cubicBezTo>
                      <a:pt x="11" y="20"/>
                      <a:pt x="12" y="23"/>
                      <a:pt x="13" y="24"/>
                    </a:cubicBezTo>
                    <a:cubicBezTo>
                      <a:pt x="14" y="26"/>
                      <a:pt x="15" y="27"/>
                      <a:pt x="16" y="27"/>
                    </a:cubicBezTo>
                    <a:cubicBezTo>
                      <a:pt x="18" y="27"/>
                      <a:pt x="19" y="26"/>
                      <a:pt x="20" y="24"/>
                    </a:cubicBezTo>
                    <a:cubicBezTo>
                      <a:pt x="21" y="23"/>
                      <a:pt x="22" y="20"/>
                      <a:pt x="22" y="15"/>
                    </a:cubicBezTo>
                    <a:cubicBezTo>
                      <a:pt x="22" y="10"/>
                      <a:pt x="21" y="6"/>
                      <a:pt x="20" y="4"/>
                    </a:cubicBezTo>
                    <a:cubicBezTo>
                      <a:pt x="19" y="3"/>
                      <a:pt x="18" y="2"/>
                      <a:pt x="17" y="2"/>
                    </a:cubicBezTo>
                    <a:close/>
                    <a:moveTo>
                      <a:pt x="14" y="48"/>
                    </a:moveTo>
                    <a:cubicBezTo>
                      <a:pt x="12" y="48"/>
                      <a:pt x="10" y="48"/>
                      <a:pt x="9" y="49"/>
                    </a:cubicBezTo>
                    <a:cubicBezTo>
                      <a:pt x="8" y="50"/>
                      <a:pt x="7" y="51"/>
                      <a:pt x="7" y="52"/>
                    </a:cubicBezTo>
                    <a:cubicBezTo>
                      <a:pt x="7" y="54"/>
                      <a:pt x="8" y="55"/>
                      <a:pt x="9" y="56"/>
                    </a:cubicBezTo>
                    <a:cubicBezTo>
                      <a:pt x="11" y="58"/>
                      <a:pt x="14" y="58"/>
                      <a:pt x="18" y="58"/>
                    </a:cubicBezTo>
                    <a:cubicBezTo>
                      <a:pt x="21" y="58"/>
                      <a:pt x="24" y="58"/>
                      <a:pt x="26" y="57"/>
                    </a:cubicBezTo>
                    <a:cubicBezTo>
                      <a:pt x="28" y="55"/>
                      <a:pt x="29" y="54"/>
                      <a:pt x="29" y="52"/>
                    </a:cubicBezTo>
                    <a:cubicBezTo>
                      <a:pt x="29" y="51"/>
                      <a:pt x="29" y="51"/>
                      <a:pt x="29" y="50"/>
                    </a:cubicBezTo>
                    <a:cubicBezTo>
                      <a:pt x="28" y="49"/>
                      <a:pt x="27" y="49"/>
                      <a:pt x="26" y="48"/>
                    </a:cubicBezTo>
                    <a:cubicBezTo>
                      <a:pt x="24" y="48"/>
                      <a:pt x="20" y="48"/>
                      <a:pt x="14" y="48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3" name="išľîḍê"/>
              <p:cNvSpPr/>
              <p:nvPr/>
            </p:nvSpPr>
            <p:spPr bwMode="auto">
              <a:xfrm>
                <a:off x="8378825" y="3805238"/>
                <a:ext cx="128588" cy="200025"/>
              </a:xfrm>
              <a:custGeom>
                <a:avLst/>
                <a:gdLst>
                  <a:gd name="T0" fmla="*/ 19 w 39"/>
                  <a:gd name="T1" fmla="*/ 42 h 60"/>
                  <a:gd name="T2" fmla="*/ 7 w 39"/>
                  <a:gd name="T3" fmla="*/ 12 h 60"/>
                  <a:gd name="T4" fmla="*/ 3 w 39"/>
                  <a:gd name="T5" fmla="*/ 4 h 60"/>
                  <a:gd name="T6" fmla="*/ 0 w 39"/>
                  <a:gd name="T7" fmla="*/ 1 h 60"/>
                  <a:gd name="T8" fmla="*/ 0 w 39"/>
                  <a:gd name="T9" fmla="*/ 0 h 60"/>
                  <a:gd name="T10" fmla="*/ 20 w 39"/>
                  <a:gd name="T11" fmla="*/ 0 h 60"/>
                  <a:gd name="T12" fmla="*/ 20 w 39"/>
                  <a:gd name="T13" fmla="*/ 1 h 60"/>
                  <a:gd name="T14" fmla="*/ 17 w 39"/>
                  <a:gd name="T15" fmla="*/ 2 h 60"/>
                  <a:gd name="T16" fmla="*/ 16 w 39"/>
                  <a:gd name="T17" fmla="*/ 4 h 60"/>
                  <a:gd name="T18" fmla="*/ 18 w 39"/>
                  <a:gd name="T19" fmla="*/ 11 h 60"/>
                  <a:gd name="T20" fmla="*/ 24 w 39"/>
                  <a:gd name="T21" fmla="*/ 27 h 60"/>
                  <a:gd name="T22" fmla="*/ 28 w 39"/>
                  <a:gd name="T23" fmla="*/ 14 h 60"/>
                  <a:gd name="T24" fmla="*/ 31 w 39"/>
                  <a:gd name="T25" fmla="*/ 5 h 60"/>
                  <a:gd name="T26" fmla="*/ 30 w 39"/>
                  <a:gd name="T27" fmla="*/ 2 h 60"/>
                  <a:gd name="T28" fmla="*/ 26 w 39"/>
                  <a:gd name="T29" fmla="*/ 1 h 60"/>
                  <a:gd name="T30" fmla="*/ 26 w 39"/>
                  <a:gd name="T31" fmla="*/ 0 h 60"/>
                  <a:gd name="T32" fmla="*/ 39 w 39"/>
                  <a:gd name="T33" fmla="*/ 0 h 60"/>
                  <a:gd name="T34" fmla="*/ 39 w 39"/>
                  <a:gd name="T35" fmla="*/ 1 h 60"/>
                  <a:gd name="T36" fmla="*/ 36 w 39"/>
                  <a:gd name="T37" fmla="*/ 3 h 60"/>
                  <a:gd name="T38" fmla="*/ 32 w 39"/>
                  <a:gd name="T39" fmla="*/ 12 h 60"/>
                  <a:gd name="T40" fmla="*/ 22 w 39"/>
                  <a:gd name="T41" fmla="*/ 42 h 60"/>
                  <a:gd name="T42" fmla="*/ 16 w 39"/>
                  <a:gd name="T43" fmla="*/ 56 h 60"/>
                  <a:gd name="T44" fmla="*/ 9 w 39"/>
                  <a:gd name="T45" fmla="*/ 60 h 60"/>
                  <a:gd name="T46" fmla="*/ 4 w 39"/>
                  <a:gd name="T47" fmla="*/ 58 h 60"/>
                  <a:gd name="T48" fmla="*/ 2 w 39"/>
                  <a:gd name="T49" fmla="*/ 53 h 60"/>
                  <a:gd name="T50" fmla="*/ 3 w 39"/>
                  <a:gd name="T51" fmla="*/ 49 h 60"/>
                  <a:gd name="T52" fmla="*/ 7 w 39"/>
                  <a:gd name="T53" fmla="*/ 47 h 60"/>
                  <a:gd name="T54" fmla="*/ 10 w 39"/>
                  <a:gd name="T55" fmla="*/ 49 h 60"/>
                  <a:gd name="T56" fmla="*/ 11 w 39"/>
                  <a:gd name="T57" fmla="*/ 53 h 60"/>
                  <a:gd name="T58" fmla="*/ 11 w 39"/>
                  <a:gd name="T59" fmla="*/ 55 h 60"/>
                  <a:gd name="T60" fmla="*/ 12 w 39"/>
                  <a:gd name="T61" fmla="*/ 56 h 60"/>
                  <a:gd name="T62" fmla="*/ 14 w 39"/>
                  <a:gd name="T63" fmla="*/ 54 h 60"/>
                  <a:gd name="T64" fmla="*/ 18 w 39"/>
                  <a:gd name="T65" fmla="*/ 46 h 60"/>
                  <a:gd name="T66" fmla="*/ 19 w 39"/>
                  <a:gd name="T67" fmla="*/ 4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9" h="60">
                    <a:moveTo>
                      <a:pt x="19" y="42"/>
                    </a:moveTo>
                    <a:cubicBezTo>
                      <a:pt x="7" y="12"/>
                      <a:pt x="7" y="12"/>
                      <a:pt x="7" y="12"/>
                    </a:cubicBezTo>
                    <a:cubicBezTo>
                      <a:pt x="5" y="7"/>
                      <a:pt x="4" y="5"/>
                      <a:pt x="3" y="4"/>
                    </a:cubicBezTo>
                    <a:cubicBezTo>
                      <a:pt x="2" y="3"/>
                      <a:pt x="1" y="2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8" y="1"/>
                      <a:pt x="17" y="2"/>
                      <a:pt x="17" y="2"/>
                    </a:cubicBezTo>
                    <a:cubicBezTo>
                      <a:pt x="16" y="3"/>
                      <a:pt x="16" y="3"/>
                      <a:pt x="16" y="4"/>
                    </a:cubicBezTo>
                    <a:cubicBezTo>
                      <a:pt x="16" y="5"/>
                      <a:pt x="17" y="7"/>
                      <a:pt x="18" y="11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30" y="10"/>
                      <a:pt x="31" y="7"/>
                      <a:pt x="31" y="5"/>
                    </a:cubicBezTo>
                    <a:cubicBezTo>
                      <a:pt x="31" y="4"/>
                      <a:pt x="30" y="3"/>
                      <a:pt x="30" y="2"/>
                    </a:cubicBezTo>
                    <a:cubicBezTo>
                      <a:pt x="29" y="2"/>
                      <a:pt x="28" y="1"/>
                      <a:pt x="26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7" y="2"/>
                      <a:pt x="36" y="2"/>
                      <a:pt x="36" y="3"/>
                    </a:cubicBezTo>
                    <a:cubicBezTo>
                      <a:pt x="35" y="4"/>
                      <a:pt x="34" y="7"/>
                      <a:pt x="32" y="1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9" y="50"/>
                      <a:pt x="17" y="55"/>
                      <a:pt x="16" y="56"/>
                    </a:cubicBezTo>
                    <a:cubicBezTo>
                      <a:pt x="14" y="59"/>
                      <a:pt x="12" y="60"/>
                      <a:pt x="9" y="60"/>
                    </a:cubicBezTo>
                    <a:cubicBezTo>
                      <a:pt x="7" y="60"/>
                      <a:pt x="5" y="59"/>
                      <a:pt x="4" y="58"/>
                    </a:cubicBezTo>
                    <a:cubicBezTo>
                      <a:pt x="2" y="57"/>
                      <a:pt x="2" y="55"/>
                      <a:pt x="2" y="53"/>
                    </a:cubicBezTo>
                    <a:cubicBezTo>
                      <a:pt x="2" y="51"/>
                      <a:pt x="2" y="50"/>
                      <a:pt x="3" y="49"/>
                    </a:cubicBezTo>
                    <a:cubicBezTo>
                      <a:pt x="4" y="48"/>
                      <a:pt x="5" y="47"/>
                      <a:pt x="7" y="47"/>
                    </a:cubicBezTo>
                    <a:cubicBezTo>
                      <a:pt x="8" y="47"/>
                      <a:pt x="9" y="48"/>
                      <a:pt x="10" y="49"/>
                    </a:cubicBezTo>
                    <a:cubicBezTo>
                      <a:pt x="10" y="50"/>
                      <a:pt x="11" y="51"/>
                      <a:pt x="11" y="53"/>
                    </a:cubicBezTo>
                    <a:cubicBezTo>
                      <a:pt x="11" y="54"/>
                      <a:pt x="11" y="55"/>
                      <a:pt x="11" y="55"/>
                    </a:cubicBezTo>
                    <a:cubicBezTo>
                      <a:pt x="11" y="55"/>
                      <a:pt x="12" y="56"/>
                      <a:pt x="12" y="56"/>
                    </a:cubicBezTo>
                    <a:cubicBezTo>
                      <a:pt x="13" y="56"/>
                      <a:pt x="13" y="55"/>
                      <a:pt x="14" y="54"/>
                    </a:cubicBezTo>
                    <a:cubicBezTo>
                      <a:pt x="15" y="53"/>
                      <a:pt x="16" y="50"/>
                      <a:pt x="18" y="46"/>
                    </a:cubicBezTo>
                    <a:lnTo>
                      <a:pt x="19" y="42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4" name="iśľíďê"/>
              <p:cNvSpPr/>
              <p:nvPr/>
            </p:nvSpPr>
            <p:spPr bwMode="auto">
              <a:xfrm>
                <a:off x="8577263" y="3802063"/>
                <a:ext cx="111125" cy="142875"/>
              </a:xfrm>
              <a:custGeom>
                <a:avLst/>
                <a:gdLst>
                  <a:gd name="T0" fmla="*/ 17 w 34"/>
                  <a:gd name="T1" fmla="*/ 0 h 43"/>
                  <a:gd name="T2" fmla="*/ 26 w 34"/>
                  <a:gd name="T3" fmla="*/ 2 h 43"/>
                  <a:gd name="T4" fmla="*/ 32 w 34"/>
                  <a:gd name="T5" fmla="*/ 10 h 43"/>
                  <a:gd name="T6" fmla="*/ 34 w 34"/>
                  <a:gd name="T7" fmla="*/ 21 h 43"/>
                  <a:gd name="T8" fmla="*/ 31 w 34"/>
                  <a:gd name="T9" fmla="*/ 36 h 43"/>
                  <a:gd name="T10" fmla="*/ 17 w 34"/>
                  <a:gd name="T11" fmla="*/ 43 h 43"/>
                  <a:gd name="T12" fmla="*/ 5 w 34"/>
                  <a:gd name="T13" fmla="*/ 37 h 43"/>
                  <a:gd name="T14" fmla="*/ 0 w 34"/>
                  <a:gd name="T15" fmla="*/ 22 h 43"/>
                  <a:gd name="T16" fmla="*/ 5 w 34"/>
                  <a:gd name="T17" fmla="*/ 6 h 43"/>
                  <a:gd name="T18" fmla="*/ 17 w 34"/>
                  <a:gd name="T19" fmla="*/ 0 h 43"/>
                  <a:gd name="T20" fmla="*/ 18 w 34"/>
                  <a:gd name="T21" fmla="*/ 3 h 43"/>
                  <a:gd name="T22" fmla="*/ 14 w 34"/>
                  <a:gd name="T23" fmla="*/ 4 h 43"/>
                  <a:gd name="T24" fmla="*/ 12 w 34"/>
                  <a:gd name="T25" fmla="*/ 11 h 43"/>
                  <a:gd name="T26" fmla="*/ 12 w 34"/>
                  <a:gd name="T27" fmla="*/ 25 h 43"/>
                  <a:gd name="T28" fmla="*/ 12 w 34"/>
                  <a:gd name="T29" fmla="*/ 34 h 43"/>
                  <a:gd name="T30" fmla="*/ 14 w 34"/>
                  <a:gd name="T31" fmla="*/ 38 h 43"/>
                  <a:gd name="T32" fmla="*/ 17 w 34"/>
                  <a:gd name="T33" fmla="*/ 40 h 43"/>
                  <a:gd name="T34" fmla="*/ 20 w 34"/>
                  <a:gd name="T35" fmla="*/ 39 h 43"/>
                  <a:gd name="T36" fmla="*/ 22 w 34"/>
                  <a:gd name="T37" fmla="*/ 35 h 43"/>
                  <a:gd name="T38" fmla="*/ 23 w 34"/>
                  <a:gd name="T39" fmla="*/ 18 h 43"/>
                  <a:gd name="T40" fmla="*/ 22 w 34"/>
                  <a:gd name="T41" fmla="*/ 8 h 43"/>
                  <a:gd name="T42" fmla="*/ 20 w 34"/>
                  <a:gd name="T43" fmla="*/ 4 h 43"/>
                  <a:gd name="T44" fmla="*/ 18 w 34"/>
                  <a:gd name="T45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" h="43">
                    <a:moveTo>
                      <a:pt x="17" y="0"/>
                    </a:moveTo>
                    <a:cubicBezTo>
                      <a:pt x="21" y="0"/>
                      <a:pt x="23" y="1"/>
                      <a:pt x="26" y="2"/>
                    </a:cubicBezTo>
                    <a:cubicBezTo>
                      <a:pt x="29" y="4"/>
                      <a:pt x="31" y="7"/>
                      <a:pt x="32" y="10"/>
                    </a:cubicBezTo>
                    <a:cubicBezTo>
                      <a:pt x="34" y="14"/>
                      <a:pt x="34" y="17"/>
                      <a:pt x="34" y="21"/>
                    </a:cubicBezTo>
                    <a:cubicBezTo>
                      <a:pt x="34" y="27"/>
                      <a:pt x="33" y="32"/>
                      <a:pt x="31" y="36"/>
                    </a:cubicBezTo>
                    <a:cubicBezTo>
                      <a:pt x="27" y="41"/>
                      <a:pt x="23" y="43"/>
                      <a:pt x="17" y="43"/>
                    </a:cubicBezTo>
                    <a:cubicBezTo>
                      <a:pt x="12" y="43"/>
                      <a:pt x="8" y="41"/>
                      <a:pt x="5" y="37"/>
                    </a:cubicBezTo>
                    <a:cubicBezTo>
                      <a:pt x="2" y="32"/>
                      <a:pt x="0" y="27"/>
                      <a:pt x="0" y="22"/>
                    </a:cubicBezTo>
                    <a:cubicBezTo>
                      <a:pt x="0" y="16"/>
                      <a:pt x="2" y="11"/>
                      <a:pt x="5" y="6"/>
                    </a:cubicBezTo>
                    <a:cubicBezTo>
                      <a:pt x="8" y="2"/>
                      <a:pt x="12" y="0"/>
                      <a:pt x="17" y="0"/>
                    </a:cubicBezTo>
                    <a:close/>
                    <a:moveTo>
                      <a:pt x="18" y="3"/>
                    </a:moveTo>
                    <a:cubicBezTo>
                      <a:pt x="16" y="3"/>
                      <a:pt x="15" y="3"/>
                      <a:pt x="14" y="4"/>
                    </a:cubicBezTo>
                    <a:cubicBezTo>
                      <a:pt x="13" y="6"/>
                      <a:pt x="13" y="8"/>
                      <a:pt x="12" y="11"/>
                    </a:cubicBezTo>
                    <a:cubicBezTo>
                      <a:pt x="12" y="14"/>
                      <a:pt x="12" y="19"/>
                      <a:pt x="12" y="25"/>
                    </a:cubicBezTo>
                    <a:cubicBezTo>
                      <a:pt x="12" y="28"/>
                      <a:pt x="12" y="31"/>
                      <a:pt x="12" y="34"/>
                    </a:cubicBezTo>
                    <a:cubicBezTo>
                      <a:pt x="13" y="36"/>
                      <a:pt x="13" y="37"/>
                      <a:pt x="14" y="38"/>
                    </a:cubicBezTo>
                    <a:cubicBezTo>
                      <a:pt x="15" y="39"/>
                      <a:pt x="16" y="40"/>
                      <a:pt x="17" y="40"/>
                    </a:cubicBezTo>
                    <a:cubicBezTo>
                      <a:pt x="19" y="40"/>
                      <a:pt x="20" y="40"/>
                      <a:pt x="20" y="39"/>
                    </a:cubicBezTo>
                    <a:cubicBezTo>
                      <a:pt x="21" y="38"/>
                      <a:pt x="22" y="37"/>
                      <a:pt x="22" y="35"/>
                    </a:cubicBezTo>
                    <a:cubicBezTo>
                      <a:pt x="23" y="32"/>
                      <a:pt x="23" y="26"/>
                      <a:pt x="23" y="18"/>
                    </a:cubicBezTo>
                    <a:cubicBezTo>
                      <a:pt x="23" y="13"/>
                      <a:pt x="23" y="10"/>
                      <a:pt x="22" y="8"/>
                    </a:cubicBezTo>
                    <a:cubicBezTo>
                      <a:pt x="22" y="6"/>
                      <a:pt x="21" y="4"/>
                      <a:pt x="20" y="4"/>
                    </a:cubicBezTo>
                    <a:cubicBezTo>
                      <a:pt x="19" y="3"/>
                      <a:pt x="19" y="3"/>
                      <a:pt x="18" y="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5" name="ïs1íḑe"/>
              <p:cNvSpPr/>
              <p:nvPr/>
            </p:nvSpPr>
            <p:spPr bwMode="auto">
              <a:xfrm>
                <a:off x="8715375" y="3738563"/>
                <a:ext cx="98425" cy="203200"/>
              </a:xfrm>
              <a:custGeom>
                <a:avLst/>
                <a:gdLst>
                  <a:gd name="T0" fmla="*/ 16 w 30"/>
                  <a:gd name="T1" fmla="*/ 24 h 61"/>
                  <a:gd name="T2" fmla="*/ 16 w 30"/>
                  <a:gd name="T3" fmla="*/ 53 h 61"/>
                  <a:gd name="T4" fmla="*/ 17 w 30"/>
                  <a:gd name="T5" fmla="*/ 58 h 61"/>
                  <a:gd name="T6" fmla="*/ 22 w 30"/>
                  <a:gd name="T7" fmla="*/ 59 h 61"/>
                  <a:gd name="T8" fmla="*/ 22 w 30"/>
                  <a:gd name="T9" fmla="*/ 61 h 61"/>
                  <a:gd name="T10" fmla="*/ 0 w 30"/>
                  <a:gd name="T11" fmla="*/ 61 h 61"/>
                  <a:gd name="T12" fmla="*/ 0 w 30"/>
                  <a:gd name="T13" fmla="*/ 59 h 61"/>
                  <a:gd name="T14" fmla="*/ 4 w 30"/>
                  <a:gd name="T15" fmla="*/ 59 h 61"/>
                  <a:gd name="T16" fmla="*/ 5 w 30"/>
                  <a:gd name="T17" fmla="*/ 57 h 61"/>
                  <a:gd name="T18" fmla="*/ 6 w 30"/>
                  <a:gd name="T19" fmla="*/ 53 h 61"/>
                  <a:gd name="T20" fmla="*/ 6 w 30"/>
                  <a:gd name="T21" fmla="*/ 24 h 61"/>
                  <a:gd name="T22" fmla="*/ 0 w 30"/>
                  <a:gd name="T23" fmla="*/ 24 h 61"/>
                  <a:gd name="T24" fmla="*/ 0 w 30"/>
                  <a:gd name="T25" fmla="*/ 20 h 61"/>
                  <a:gd name="T26" fmla="*/ 6 w 30"/>
                  <a:gd name="T27" fmla="*/ 20 h 61"/>
                  <a:gd name="T28" fmla="*/ 6 w 30"/>
                  <a:gd name="T29" fmla="*/ 17 h 61"/>
                  <a:gd name="T30" fmla="*/ 6 w 30"/>
                  <a:gd name="T31" fmla="*/ 15 h 61"/>
                  <a:gd name="T32" fmla="*/ 10 w 30"/>
                  <a:gd name="T33" fmla="*/ 4 h 61"/>
                  <a:gd name="T34" fmla="*/ 21 w 30"/>
                  <a:gd name="T35" fmla="*/ 0 h 61"/>
                  <a:gd name="T36" fmla="*/ 28 w 30"/>
                  <a:gd name="T37" fmla="*/ 2 h 61"/>
                  <a:gd name="T38" fmla="*/ 30 w 30"/>
                  <a:gd name="T39" fmla="*/ 6 h 61"/>
                  <a:gd name="T40" fmla="*/ 29 w 30"/>
                  <a:gd name="T41" fmla="*/ 10 h 61"/>
                  <a:gd name="T42" fmla="*/ 25 w 30"/>
                  <a:gd name="T43" fmla="*/ 11 h 61"/>
                  <a:gd name="T44" fmla="*/ 22 w 30"/>
                  <a:gd name="T45" fmla="*/ 10 h 61"/>
                  <a:gd name="T46" fmla="*/ 20 w 30"/>
                  <a:gd name="T47" fmla="*/ 8 h 61"/>
                  <a:gd name="T48" fmla="*/ 21 w 30"/>
                  <a:gd name="T49" fmla="*/ 6 h 61"/>
                  <a:gd name="T50" fmla="*/ 21 w 30"/>
                  <a:gd name="T51" fmla="*/ 5 h 61"/>
                  <a:gd name="T52" fmla="*/ 20 w 30"/>
                  <a:gd name="T53" fmla="*/ 3 h 61"/>
                  <a:gd name="T54" fmla="*/ 19 w 30"/>
                  <a:gd name="T55" fmla="*/ 3 h 61"/>
                  <a:gd name="T56" fmla="*/ 17 w 30"/>
                  <a:gd name="T57" fmla="*/ 4 h 61"/>
                  <a:gd name="T58" fmla="*/ 16 w 30"/>
                  <a:gd name="T59" fmla="*/ 7 h 61"/>
                  <a:gd name="T60" fmla="*/ 16 w 30"/>
                  <a:gd name="T61" fmla="*/ 15 h 61"/>
                  <a:gd name="T62" fmla="*/ 16 w 30"/>
                  <a:gd name="T63" fmla="*/ 20 h 61"/>
                  <a:gd name="T64" fmla="*/ 22 w 30"/>
                  <a:gd name="T65" fmla="*/ 20 h 61"/>
                  <a:gd name="T66" fmla="*/ 22 w 30"/>
                  <a:gd name="T67" fmla="*/ 24 h 61"/>
                  <a:gd name="T68" fmla="*/ 16 w 30"/>
                  <a:gd name="T69" fmla="*/ 2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0" h="61">
                    <a:moveTo>
                      <a:pt x="16" y="24"/>
                    </a:moveTo>
                    <a:cubicBezTo>
                      <a:pt x="16" y="53"/>
                      <a:pt x="16" y="53"/>
                      <a:pt x="16" y="53"/>
                    </a:cubicBezTo>
                    <a:cubicBezTo>
                      <a:pt x="16" y="55"/>
                      <a:pt x="17" y="57"/>
                      <a:pt x="17" y="58"/>
                    </a:cubicBezTo>
                    <a:cubicBezTo>
                      <a:pt x="18" y="59"/>
                      <a:pt x="19" y="59"/>
                      <a:pt x="22" y="59"/>
                    </a:cubicBezTo>
                    <a:cubicBezTo>
                      <a:pt x="22" y="61"/>
                      <a:pt x="22" y="61"/>
                      <a:pt x="22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2" y="59"/>
                      <a:pt x="3" y="59"/>
                      <a:pt x="4" y="59"/>
                    </a:cubicBezTo>
                    <a:cubicBezTo>
                      <a:pt x="4" y="58"/>
                      <a:pt x="5" y="58"/>
                      <a:pt x="5" y="57"/>
                    </a:cubicBezTo>
                    <a:cubicBezTo>
                      <a:pt x="5" y="56"/>
                      <a:pt x="6" y="55"/>
                      <a:pt x="6" y="53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1"/>
                      <a:pt x="7" y="7"/>
                      <a:pt x="10" y="4"/>
                    </a:cubicBezTo>
                    <a:cubicBezTo>
                      <a:pt x="12" y="1"/>
                      <a:pt x="16" y="0"/>
                      <a:pt x="21" y="0"/>
                    </a:cubicBezTo>
                    <a:cubicBezTo>
                      <a:pt x="24" y="0"/>
                      <a:pt x="26" y="1"/>
                      <a:pt x="28" y="2"/>
                    </a:cubicBezTo>
                    <a:cubicBezTo>
                      <a:pt x="29" y="3"/>
                      <a:pt x="30" y="5"/>
                      <a:pt x="30" y="6"/>
                    </a:cubicBezTo>
                    <a:cubicBezTo>
                      <a:pt x="30" y="8"/>
                      <a:pt x="30" y="9"/>
                      <a:pt x="29" y="10"/>
                    </a:cubicBezTo>
                    <a:cubicBezTo>
                      <a:pt x="28" y="11"/>
                      <a:pt x="26" y="11"/>
                      <a:pt x="25" y="11"/>
                    </a:cubicBezTo>
                    <a:cubicBezTo>
                      <a:pt x="24" y="11"/>
                      <a:pt x="22" y="11"/>
                      <a:pt x="22" y="10"/>
                    </a:cubicBezTo>
                    <a:cubicBezTo>
                      <a:pt x="21" y="9"/>
                      <a:pt x="20" y="9"/>
                      <a:pt x="20" y="8"/>
                    </a:cubicBezTo>
                    <a:cubicBezTo>
                      <a:pt x="20" y="7"/>
                      <a:pt x="21" y="7"/>
                      <a:pt x="21" y="6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21" y="4"/>
                      <a:pt x="21" y="3"/>
                      <a:pt x="20" y="3"/>
                    </a:cubicBezTo>
                    <a:cubicBezTo>
                      <a:pt x="20" y="3"/>
                      <a:pt x="19" y="3"/>
                      <a:pt x="19" y="3"/>
                    </a:cubicBezTo>
                    <a:cubicBezTo>
                      <a:pt x="18" y="3"/>
                      <a:pt x="18" y="3"/>
                      <a:pt x="17" y="4"/>
                    </a:cubicBezTo>
                    <a:cubicBezTo>
                      <a:pt x="17" y="4"/>
                      <a:pt x="16" y="5"/>
                      <a:pt x="16" y="7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4"/>
                      <a:pt x="22" y="24"/>
                      <a:pt x="22" y="24"/>
                    </a:cubicBezTo>
                    <a:lnTo>
                      <a:pt x="16" y="24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6" name="îşļîďé"/>
              <p:cNvSpPr/>
              <p:nvPr/>
            </p:nvSpPr>
            <p:spPr bwMode="auto">
              <a:xfrm>
                <a:off x="8866188" y="3738563"/>
                <a:ext cx="165100" cy="206375"/>
              </a:xfrm>
              <a:custGeom>
                <a:avLst/>
                <a:gdLst>
                  <a:gd name="T0" fmla="*/ 50 w 50"/>
                  <a:gd name="T1" fmla="*/ 0 h 62"/>
                  <a:gd name="T2" fmla="*/ 50 w 50"/>
                  <a:gd name="T3" fmla="*/ 21 h 62"/>
                  <a:gd name="T4" fmla="*/ 48 w 50"/>
                  <a:gd name="T5" fmla="*/ 21 h 62"/>
                  <a:gd name="T6" fmla="*/ 42 w 50"/>
                  <a:gd name="T7" fmla="*/ 8 h 62"/>
                  <a:gd name="T8" fmla="*/ 31 w 50"/>
                  <a:gd name="T9" fmla="*/ 4 h 62"/>
                  <a:gd name="T10" fmla="*/ 22 w 50"/>
                  <a:gd name="T11" fmla="*/ 7 h 62"/>
                  <a:gd name="T12" fmla="*/ 16 w 50"/>
                  <a:gd name="T13" fmla="*/ 16 h 62"/>
                  <a:gd name="T14" fmla="*/ 14 w 50"/>
                  <a:gd name="T15" fmla="*/ 30 h 62"/>
                  <a:gd name="T16" fmla="*/ 15 w 50"/>
                  <a:gd name="T17" fmla="*/ 45 h 62"/>
                  <a:gd name="T18" fmla="*/ 21 w 50"/>
                  <a:gd name="T19" fmla="*/ 55 h 62"/>
                  <a:gd name="T20" fmla="*/ 31 w 50"/>
                  <a:gd name="T21" fmla="*/ 58 h 62"/>
                  <a:gd name="T22" fmla="*/ 40 w 50"/>
                  <a:gd name="T23" fmla="*/ 56 h 62"/>
                  <a:gd name="T24" fmla="*/ 49 w 50"/>
                  <a:gd name="T25" fmla="*/ 47 h 62"/>
                  <a:gd name="T26" fmla="*/ 49 w 50"/>
                  <a:gd name="T27" fmla="*/ 52 h 62"/>
                  <a:gd name="T28" fmla="*/ 39 w 50"/>
                  <a:gd name="T29" fmla="*/ 60 h 62"/>
                  <a:gd name="T30" fmla="*/ 28 w 50"/>
                  <a:gd name="T31" fmla="*/ 62 h 62"/>
                  <a:gd name="T32" fmla="*/ 13 w 50"/>
                  <a:gd name="T33" fmla="*/ 58 h 62"/>
                  <a:gd name="T34" fmla="*/ 3 w 50"/>
                  <a:gd name="T35" fmla="*/ 47 h 62"/>
                  <a:gd name="T36" fmla="*/ 0 w 50"/>
                  <a:gd name="T37" fmla="*/ 32 h 62"/>
                  <a:gd name="T38" fmla="*/ 4 w 50"/>
                  <a:gd name="T39" fmla="*/ 16 h 62"/>
                  <a:gd name="T40" fmla="*/ 14 w 50"/>
                  <a:gd name="T41" fmla="*/ 4 h 62"/>
                  <a:gd name="T42" fmla="*/ 28 w 50"/>
                  <a:gd name="T43" fmla="*/ 0 h 62"/>
                  <a:gd name="T44" fmla="*/ 40 w 50"/>
                  <a:gd name="T45" fmla="*/ 3 h 62"/>
                  <a:gd name="T46" fmla="*/ 45 w 50"/>
                  <a:gd name="T47" fmla="*/ 4 h 62"/>
                  <a:gd name="T48" fmla="*/ 47 w 50"/>
                  <a:gd name="T49" fmla="*/ 3 h 62"/>
                  <a:gd name="T50" fmla="*/ 48 w 50"/>
                  <a:gd name="T51" fmla="*/ 0 h 62"/>
                  <a:gd name="T52" fmla="*/ 50 w 50"/>
                  <a:gd name="T5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0" h="62">
                    <a:moveTo>
                      <a:pt x="50" y="0"/>
                    </a:moveTo>
                    <a:cubicBezTo>
                      <a:pt x="50" y="21"/>
                      <a:pt x="50" y="21"/>
                      <a:pt x="50" y="21"/>
                    </a:cubicBezTo>
                    <a:cubicBezTo>
                      <a:pt x="48" y="21"/>
                      <a:pt x="48" y="21"/>
                      <a:pt x="48" y="21"/>
                    </a:cubicBezTo>
                    <a:cubicBezTo>
                      <a:pt x="47" y="15"/>
                      <a:pt x="45" y="11"/>
                      <a:pt x="42" y="8"/>
                    </a:cubicBezTo>
                    <a:cubicBezTo>
                      <a:pt x="39" y="5"/>
                      <a:pt x="35" y="4"/>
                      <a:pt x="31" y="4"/>
                    </a:cubicBezTo>
                    <a:cubicBezTo>
                      <a:pt x="28" y="4"/>
                      <a:pt x="25" y="5"/>
                      <a:pt x="22" y="7"/>
                    </a:cubicBezTo>
                    <a:cubicBezTo>
                      <a:pt x="19" y="9"/>
                      <a:pt x="17" y="12"/>
                      <a:pt x="16" y="16"/>
                    </a:cubicBezTo>
                    <a:cubicBezTo>
                      <a:pt x="14" y="20"/>
                      <a:pt x="14" y="25"/>
                      <a:pt x="14" y="30"/>
                    </a:cubicBezTo>
                    <a:cubicBezTo>
                      <a:pt x="14" y="36"/>
                      <a:pt x="14" y="40"/>
                      <a:pt x="15" y="45"/>
                    </a:cubicBezTo>
                    <a:cubicBezTo>
                      <a:pt x="17" y="49"/>
                      <a:pt x="18" y="52"/>
                      <a:pt x="21" y="55"/>
                    </a:cubicBezTo>
                    <a:cubicBezTo>
                      <a:pt x="24" y="57"/>
                      <a:pt x="27" y="58"/>
                      <a:pt x="31" y="58"/>
                    </a:cubicBezTo>
                    <a:cubicBezTo>
                      <a:pt x="34" y="58"/>
                      <a:pt x="37" y="57"/>
                      <a:pt x="40" y="56"/>
                    </a:cubicBezTo>
                    <a:cubicBezTo>
                      <a:pt x="43" y="54"/>
                      <a:pt x="46" y="51"/>
                      <a:pt x="49" y="47"/>
                    </a:cubicBezTo>
                    <a:cubicBezTo>
                      <a:pt x="49" y="52"/>
                      <a:pt x="49" y="52"/>
                      <a:pt x="49" y="52"/>
                    </a:cubicBezTo>
                    <a:cubicBezTo>
                      <a:pt x="46" y="56"/>
                      <a:pt x="43" y="58"/>
                      <a:pt x="39" y="60"/>
                    </a:cubicBezTo>
                    <a:cubicBezTo>
                      <a:pt x="36" y="61"/>
                      <a:pt x="33" y="62"/>
                      <a:pt x="28" y="62"/>
                    </a:cubicBezTo>
                    <a:cubicBezTo>
                      <a:pt x="23" y="62"/>
                      <a:pt x="18" y="61"/>
                      <a:pt x="13" y="58"/>
                    </a:cubicBezTo>
                    <a:cubicBezTo>
                      <a:pt x="9" y="56"/>
                      <a:pt x="6" y="52"/>
                      <a:pt x="3" y="47"/>
                    </a:cubicBezTo>
                    <a:cubicBezTo>
                      <a:pt x="1" y="43"/>
                      <a:pt x="0" y="38"/>
                      <a:pt x="0" y="32"/>
                    </a:cubicBezTo>
                    <a:cubicBezTo>
                      <a:pt x="0" y="27"/>
                      <a:pt x="1" y="21"/>
                      <a:pt x="4" y="16"/>
                    </a:cubicBezTo>
                    <a:cubicBezTo>
                      <a:pt x="6" y="11"/>
                      <a:pt x="10" y="7"/>
                      <a:pt x="14" y="4"/>
                    </a:cubicBezTo>
                    <a:cubicBezTo>
                      <a:pt x="19" y="1"/>
                      <a:pt x="23" y="0"/>
                      <a:pt x="28" y="0"/>
                    </a:cubicBezTo>
                    <a:cubicBezTo>
                      <a:pt x="32" y="0"/>
                      <a:pt x="36" y="1"/>
                      <a:pt x="40" y="3"/>
                    </a:cubicBezTo>
                    <a:cubicBezTo>
                      <a:pt x="43" y="4"/>
                      <a:pt x="44" y="4"/>
                      <a:pt x="45" y="4"/>
                    </a:cubicBezTo>
                    <a:cubicBezTo>
                      <a:pt x="45" y="4"/>
                      <a:pt x="46" y="4"/>
                      <a:pt x="47" y="3"/>
                    </a:cubicBezTo>
                    <a:cubicBezTo>
                      <a:pt x="47" y="3"/>
                      <a:pt x="48" y="1"/>
                      <a:pt x="48" y="0"/>
                    </a:cubicBez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7" name="îṧḻídé"/>
              <p:cNvSpPr/>
              <p:nvPr/>
            </p:nvSpPr>
            <p:spPr bwMode="auto">
              <a:xfrm>
                <a:off x="9061450" y="3743325"/>
                <a:ext cx="128588" cy="198438"/>
              </a:xfrm>
              <a:custGeom>
                <a:avLst/>
                <a:gdLst>
                  <a:gd name="T0" fmla="*/ 15 w 39"/>
                  <a:gd name="T1" fmla="*/ 0 h 60"/>
                  <a:gd name="T2" fmla="*/ 15 w 39"/>
                  <a:gd name="T3" fmla="*/ 24 h 60"/>
                  <a:gd name="T4" fmla="*/ 20 w 39"/>
                  <a:gd name="T5" fmla="*/ 19 h 60"/>
                  <a:gd name="T6" fmla="*/ 25 w 39"/>
                  <a:gd name="T7" fmla="*/ 18 h 60"/>
                  <a:gd name="T8" fmla="*/ 31 w 39"/>
                  <a:gd name="T9" fmla="*/ 20 h 60"/>
                  <a:gd name="T10" fmla="*/ 34 w 39"/>
                  <a:gd name="T11" fmla="*/ 25 h 60"/>
                  <a:gd name="T12" fmla="*/ 35 w 39"/>
                  <a:gd name="T13" fmla="*/ 35 h 60"/>
                  <a:gd name="T14" fmla="*/ 35 w 39"/>
                  <a:gd name="T15" fmla="*/ 51 h 60"/>
                  <a:gd name="T16" fmla="*/ 36 w 39"/>
                  <a:gd name="T17" fmla="*/ 57 h 60"/>
                  <a:gd name="T18" fmla="*/ 39 w 39"/>
                  <a:gd name="T19" fmla="*/ 58 h 60"/>
                  <a:gd name="T20" fmla="*/ 39 w 39"/>
                  <a:gd name="T21" fmla="*/ 60 h 60"/>
                  <a:gd name="T22" fmla="*/ 21 w 39"/>
                  <a:gd name="T23" fmla="*/ 60 h 60"/>
                  <a:gd name="T24" fmla="*/ 21 w 39"/>
                  <a:gd name="T25" fmla="*/ 58 h 60"/>
                  <a:gd name="T26" fmla="*/ 24 w 39"/>
                  <a:gd name="T27" fmla="*/ 56 h 60"/>
                  <a:gd name="T28" fmla="*/ 24 w 39"/>
                  <a:gd name="T29" fmla="*/ 51 h 60"/>
                  <a:gd name="T30" fmla="*/ 24 w 39"/>
                  <a:gd name="T31" fmla="*/ 33 h 60"/>
                  <a:gd name="T32" fmla="*/ 24 w 39"/>
                  <a:gd name="T33" fmla="*/ 26 h 60"/>
                  <a:gd name="T34" fmla="*/ 23 w 39"/>
                  <a:gd name="T35" fmla="*/ 24 h 60"/>
                  <a:gd name="T36" fmla="*/ 21 w 39"/>
                  <a:gd name="T37" fmla="*/ 24 h 60"/>
                  <a:gd name="T38" fmla="*/ 18 w 39"/>
                  <a:gd name="T39" fmla="*/ 25 h 60"/>
                  <a:gd name="T40" fmla="*/ 15 w 39"/>
                  <a:gd name="T41" fmla="*/ 29 h 60"/>
                  <a:gd name="T42" fmla="*/ 15 w 39"/>
                  <a:gd name="T43" fmla="*/ 51 h 60"/>
                  <a:gd name="T44" fmla="*/ 15 w 39"/>
                  <a:gd name="T45" fmla="*/ 56 h 60"/>
                  <a:gd name="T46" fmla="*/ 18 w 39"/>
                  <a:gd name="T47" fmla="*/ 58 h 60"/>
                  <a:gd name="T48" fmla="*/ 18 w 39"/>
                  <a:gd name="T49" fmla="*/ 60 h 60"/>
                  <a:gd name="T50" fmla="*/ 0 w 39"/>
                  <a:gd name="T51" fmla="*/ 60 h 60"/>
                  <a:gd name="T52" fmla="*/ 0 w 39"/>
                  <a:gd name="T53" fmla="*/ 58 h 60"/>
                  <a:gd name="T54" fmla="*/ 3 w 39"/>
                  <a:gd name="T55" fmla="*/ 57 h 60"/>
                  <a:gd name="T56" fmla="*/ 4 w 39"/>
                  <a:gd name="T57" fmla="*/ 51 h 60"/>
                  <a:gd name="T58" fmla="*/ 4 w 39"/>
                  <a:gd name="T59" fmla="*/ 9 h 60"/>
                  <a:gd name="T60" fmla="*/ 3 w 39"/>
                  <a:gd name="T61" fmla="*/ 3 h 60"/>
                  <a:gd name="T62" fmla="*/ 0 w 39"/>
                  <a:gd name="T63" fmla="*/ 2 h 60"/>
                  <a:gd name="T64" fmla="*/ 0 w 39"/>
                  <a:gd name="T65" fmla="*/ 0 h 60"/>
                  <a:gd name="T66" fmla="*/ 15 w 39"/>
                  <a:gd name="T6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9" h="60">
                    <a:moveTo>
                      <a:pt x="15" y="0"/>
                    </a:moveTo>
                    <a:cubicBezTo>
                      <a:pt x="15" y="24"/>
                      <a:pt x="15" y="24"/>
                      <a:pt x="15" y="24"/>
                    </a:cubicBezTo>
                    <a:cubicBezTo>
                      <a:pt x="17" y="22"/>
                      <a:pt x="19" y="20"/>
                      <a:pt x="20" y="19"/>
                    </a:cubicBezTo>
                    <a:cubicBezTo>
                      <a:pt x="22" y="18"/>
                      <a:pt x="24" y="18"/>
                      <a:pt x="25" y="18"/>
                    </a:cubicBezTo>
                    <a:cubicBezTo>
                      <a:pt x="28" y="18"/>
                      <a:pt x="30" y="18"/>
                      <a:pt x="31" y="20"/>
                    </a:cubicBezTo>
                    <a:cubicBezTo>
                      <a:pt x="33" y="21"/>
                      <a:pt x="34" y="23"/>
                      <a:pt x="34" y="25"/>
                    </a:cubicBezTo>
                    <a:cubicBezTo>
                      <a:pt x="35" y="27"/>
                      <a:pt x="35" y="30"/>
                      <a:pt x="35" y="35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4"/>
                      <a:pt x="36" y="56"/>
                      <a:pt x="36" y="57"/>
                    </a:cubicBezTo>
                    <a:cubicBezTo>
                      <a:pt x="37" y="58"/>
                      <a:pt x="38" y="58"/>
                      <a:pt x="39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2" y="58"/>
                      <a:pt x="23" y="57"/>
                      <a:pt x="24" y="56"/>
                    </a:cubicBezTo>
                    <a:cubicBezTo>
                      <a:pt x="24" y="56"/>
                      <a:pt x="24" y="54"/>
                      <a:pt x="24" y="51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29"/>
                      <a:pt x="24" y="27"/>
                      <a:pt x="24" y="26"/>
                    </a:cubicBezTo>
                    <a:cubicBezTo>
                      <a:pt x="24" y="25"/>
                      <a:pt x="23" y="25"/>
                      <a:pt x="23" y="24"/>
                    </a:cubicBezTo>
                    <a:cubicBezTo>
                      <a:pt x="22" y="24"/>
                      <a:pt x="22" y="24"/>
                      <a:pt x="21" y="24"/>
                    </a:cubicBezTo>
                    <a:cubicBezTo>
                      <a:pt x="20" y="24"/>
                      <a:pt x="19" y="24"/>
                      <a:pt x="18" y="25"/>
                    </a:cubicBezTo>
                    <a:cubicBezTo>
                      <a:pt x="17" y="26"/>
                      <a:pt x="16" y="27"/>
                      <a:pt x="15" y="29"/>
                    </a:cubicBezTo>
                    <a:cubicBezTo>
                      <a:pt x="15" y="51"/>
                      <a:pt x="15" y="51"/>
                      <a:pt x="15" y="51"/>
                    </a:cubicBezTo>
                    <a:cubicBezTo>
                      <a:pt x="15" y="54"/>
                      <a:pt x="15" y="56"/>
                      <a:pt x="15" y="56"/>
                    </a:cubicBezTo>
                    <a:cubicBezTo>
                      <a:pt x="16" y="57"/>
                      <a:pt x="17" y="58"/>
                      <a:pt x="18" y="58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8"/>
                      <a:pt x="3" y="57"/>
                      <a:pt x="3" y="57"/>
                    </a:cubicBezTo>
                    <a:cubicBezTo>
                      <a:pt x="4" y="56"/>
                      <a:pt x="4" y="54"/>
                      <a:pt x="4" y="5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6"/>
                      <a:pt x="4" y="4"/>
                      <a:pt x="3" y="3"/>
                    </a:cubicBezTo>
                    <a:cubicBezTo>
                      <a:pt x="3" y="3"/>
                      <a:pt x="2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8" name="íşḻiḑê"/>
              <p:cNvSpPr/>
              <p:nvPr/>
            </p:nvSpPr>
            <p:spPr bwMode="auto">
              <a:xfrm>
                <a:off x="9213850" y="3738563"/>
                <a:ext cx="61913" cy="203200"/>
              </a:xfrm>
              <a:custGeom>
                <a:avLst/>
                <a:gdLst>
                  <a:gd name="T0" fmla="*/ 9 w 19"/>
                  <a:gd name="T1" fmla="*/ 0 h 61"/>
                  <a:gd name="T2" fmla="*/ 14 w 19"/>
                  <a:gd name="T3" fmla="*/ 2 h 61"/>
                  <a:gd name="T4" fmla="*/ 15 w 19"/>
                  <a:gd name="T5" fmla="*/ 7 h 61"/>
                  <a:gd name="T6" fmla="*/ 14 w 19"/>
                  <a:gd name="T7" fmla="*/ 12 h 61"/>
                  <a:gd name="T8" fmla="*/ 9 w 19"/>
                  <a:gd name="T9" fmla="*/ 14 h 61"/>
                  <a:gd name="T10" fmla="*/ 5 w 19"/>
                  <a:gd name="T11" fmla="*/ 12 h 61"/>
                  <a:gd name="T12" fmla="*/ 3 w 19"/>
                  <a:gd name="T13" fmla="*/ 7 h 61"/>
                  <a:gd name="T14" fmla="*/ 5 w 19"/>
                  <a:gd name="T15" fmla="*/ 2 h 61"/>
                  <a:gd name="T16" fmla="*/ 9 w 19"/>
                  <a:gd name="T17" fmla="*/ 0 h 61"/>
                  <a:gd name="T18" fmla="*/ 15 w 19"/>
                  <a:gd name="T19" fmla="*/ 20 h 61"/>
                  <a:gd name="T20" fmla="*/ 15 w 19"/>
                  <a:gd name="T21" fmla="*/ 52 h 61"/>
                  <a:gd name="T22" fmla="*/ 16 w 19"/>
                  <a:gd name="T23" fmla="*/ 58 h 61"/>
                  <a:gd name="T24" fmla="*/ 19 w 19"/>
                  <a:gd name="T25" fmla="*/ 59 h 61"/>
                  <a:gd name="T26" fmla="*/ 19 w 19"/>
                  <a:gd name="T27" fmla="*/ 61 h 61"/>
                  <a:gd name="T28" fmla="*/ 0 w 19"/>
                  <a:gd name="T29" fmla="*/ 61 h 61"/>
                  <a:gd name="T30" fmla="*/ 0 w 19"/>
                  <a:gd name="T31" fmla="*/ 59 h 61"/>
                  <a:gd name="T32" fmla="*/ 3 w 19"/>
                  <a:gd name="T33" fmla="*/ 58 h 61"/>
                  <a:gd name="T34" fmla="*/ 4 w 19"/>
                  <a:gd name="T35" fmla="*/ 52 h 61"/>
                  <a:gd name="T36" fmla="*/ 4 w 19"/>
                  <a:gd name="T37" fmla="*/ 28 h 61"/>
                  <a:gd name="T38" fmla="*/ 3 w 19"/>
                  <a:gd name="T39" fmla="*/ 23 h 61"/>
                  <a:gd name="T40" fmla="*/ 0 w 19"/>
                  <a:gd name="T41" fmla="*/ 21 h 61"/>
                  <a:gd name="T42" fmla="*/ 0 w 19"/>
                  <a:gd name="T43" fmla="*/ 20 h 61"/>
                  <a:gd name="T44" fmla="*/ 15 w 19"/>
                  <a:gd name="T45" fmla="*/ 2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9" h="61">
                    <a:moveTo>
                      <a:pt x="9" y="0"/>
                    </a:moveTo>
                    <a:cubicBezTo>
                      <a:pt x="11" y="0"/>
                      <a:pt x="12" y="1"/>
                      <a:pt x="14" y="2"/>
                    </a:cubicBezTo>
                    <a:cubicBezTo>
                      <a:pt x="15" y="3"/>
                      <a:pt x="15" y="5"/>
                      <a:pt x="15" y="7"/>
                    </a:cubicBezTo>
                    <a:cubicBezTo>
                      <a:pt x="15" y="9"/>
                      <a:pt x="15" y="10"/>
                      <a:pt x="14" y="12"/>
                    </a:cubicBezTo>
                    <a:cubicBezTo>
                      <a:pt x="12" y="13"/>
                      <a:pt x="11" y="14"/>
                      <a:pt x="9" y="14"/>
                    </a:cubicBezTo>
                    <a:cubicBezTo>
                      <a:pt x="8" y="14"/>
                      <a:pt x="6" y="13"/>
                      <a:pt x="5" y="12"/>
                    </a:cubicBezTo>
                    <a:cubicBezTo>
                      <a:pt x="4" y="10"/>
                      <a:pt x="3" y="9"/>
                      <a:pt x="3" y="7"/>
                    </a:cubicBezTo>
                    <a:cubicBezTo>
                      <a:pt x="3" y="5"/>
                      <a:pt x="4" y="3"/>
                      <a:pt x="5" y="2"/>
                    </a:cubicBezTo>
                    <a:cubicBezTo>
                      <a:pt x="6" y="1"/>
                      <a:pt x="8" y="0"/>
                      <a:pt x="9" y="0"/>
                    </a:cubicBezTo>
                    <a:close/>
                    <a:moveTo>
                      <a:pt x="15" y="20"/>
                    </a:move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5"/>
                      <a:pt x="15" y="57"/>
                      <a:pt x="16" y="58"/>
                    </a:cubicBezTo>
                    <a:cubicBezTo>
                      <a:pt x="16" y="59"/>
                      <a:pt x="17" y="59"/>
                      <a:pt x="19" y="59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" y="59"/>
                      <a:pt x="2" y="59"/>
                      <a:pt x="3" y="58"/>
                    </a:cubicBezTo>
                    <a:cubicBezTo>
                      <a:pt x="4" y="57"/>
                      <a:pt x="4" y="55"/>
                      <a:pt x="4" y="52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4" y="25"/>
                      <a:pt x="4" y="24"/>
                      <a:pt x="3" y="23"/>
                    </a:cubicBezTo>
                    <a:cubicBezTo>
                      <a:pt x="2" y="22"/>
                      <a:pt x="1" y="22"/>
                      <a:pt x="0" y="21"/>
                    </a:cubicBezTo>
                    <a:cubicBezTo>
                      <a:pt x="0" y="20"/>
                      <a:pt x="0" y="20"/>
                      <a:pt x="0" y="20"/>
                    </a:cubicBezTo>
                    <a:lnTo>
                      <a:pt x="15" y="2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9" name="îṩlîde"/>
              <p:cNvSpPr/>
              <p:nvPr/>
            </p:nvSpPr>
            <p:spPr bwMode="auto">
              <a:xfrm>
                <a:off x="9296400" y="3802063"/>
                <a:ext cx="128588" cy="139700"/>
              </a:xfrm>
              <a:custGeom>
                <a:avLst/>
                <a:gdLst>
                  <a:gd name="T0" fmla="*/ 15 w 39"/>
                  <a:gd name="T1" fmla="*/ 1 h 42"/>
                  <a:gd name="T2" fmla="*/ 15 w 39"/>
                  <a:gd name="T3" fmla="*/ 6 h 42"/>
                  <a:gd name="T4" fmla="*/ 20 w 39"/>
                  <a:gd name="T5" fmla="*/ 1 h 42"/>
                  <a:gd name="T6" fmla="*/ 26 w 39"/>
                  <a:gd name="T7" fmla="*/ 0 h 42"/>
                  <a:gd name="T8" fmla="*/ 32 w 39"/>
                  <a:gd name="T9" fmla="*/ 2 h 42"/>
                  <a:gd name="T10" fmla="*/ 35 w 39"/>
                  <a:gd name="T11" fmla="*/ 7 h 42"/>
                  <a:gd name="T12" fmla="*/ 35 w 39"/>
                  <a:gd name="T13" fmla="*/ 17 h 42"/>
                  <a:gd name="T14" fmla="*/ 35 w 39"/>
                  <a:gd name="T15" fmla="*/ 33 h 42"/>
                  <a:gd name="T16" fmla="*/ 36 w 39"/>
                  <a:gd name="T17" fmla="*/ 39 h 42"/>
                  <a:gd name="T18" fmla="*/ 39 w 39"/>
                  <a:gd name="T19" fmla="*/ 40 h 42"/>
                  <a:gd name="T20" fmla="*/ 39 w 39"/>
                  <a:gd name="T21" fmla="*/ 42 h 42"/>
                  <a:gd name="T22" fmla="*/ 21 w 39"/>
                  <a:gd name="T23" fmla="*/ 42 h 42"/>
                  <a:gd name="T24" fmla="*/ 21 w 39"/>
                  <a:gd name="T25" fmla="*/ 40 h 42"/>
                  <a:gd name="T26" fmla="*/ 24 w 39"/>
                  <a:gd name="T27" fmla="*/ 38 h 42"/>
                  <a:gd name="T28" fmla="*/ 25 w 39"/>
                  <a:gd name="T29" fmla="*/ 33 h 42"/>
                  <a:gd name="T30" fmla="*/ 25 w 39"/>
                  <a:gd name="T31" fmla="*/ 15 h 42"/>
                  <a:gd name="T32" fmla="*/ 24 w 39"/>
                  <a:gd name="T33" fmla="*/ 8 h 42"/>
                  <a:gd name="T34" fmla="*/ 23 w 39"/>
                  <a:gd name="T35" fmla="*/ 6 h 42"/>
                  <a:gd name="T36" fmla="*/ 21 w 39"/>
                  <a:gd name="T37" fmla="*/ 6 h 42"/>
                  <a:gd name="T38" fmla="*/ 15 w 39"/>
                  <a:gd name="T39" fmla="*/ 11 h 42"/>
                  <a:gd name="T40" fmla="*/ 15 w 39"/>
                  <a:gd name="T41" fmla="*/ 33 h 42"/>
                  <a:gd name="T42" fmla="*/ 16 w 39"/>
                  <a:gd name="T43" fmla="*/ 39 h 42"/>
                  <a:gd name="T44" fmla="*/ 19 w 39"/>
                  <a:gd name="T45" fmla="*/ 40 h 42"/>
                  <a:gd name="T46" fmla="*/ 19 w 39"/>
                  <a:gd name="T47" fmla="*/ 42 h 42"/>
                  <a:gd name="T48" fmla="*/ 0 w 39"/>
                  <a:gd name="T49" fmla="*/ 42 h 42"/>
                  <a:gd name="T50" fmla="*/ 0 w 39"/>
                  <a:gd name="T51" fmla="*/ 40 h 42"/>
                  <a:gd name="T52" fmla="*/ 3 w 39"/>
                  <a:gd name="T53" fmla="*/ 39 h 42"/>
                  <a:gd name="T54" fmla="*/ 4 w 39"/>
                  <a:gd name="T55" fmla="*/ 33 h 42"/>
                  <a:gd name="T56" fmla="*/ 4 w 39"/>
                  <a:gd name="T57" fmla="*/ 10 h 42"/>
                  <a:gd name="T58" fmla="*/ 3 w 39"/>
                  <a:gd name="T59" fmla="*/ 4 h 42"/>
                  <a:gd name="T60" fmla="*/ 0 w 39"/>
                  <a:gd name="T61" fmla="*/ 2 h 42"/>
                  <a:gd name="T62" fmla="*/ 0 w 39"/>
                  <a:gd name="T63" fmla="*/ 1 h 42"/>
                  <a:gd name="T64" fmla="*/ 15 w 39"/>
                  <a:gd name="T65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2">
                    <a:moveTo>
                      <a:pt x="15" y="1"/>
                    </a:moveTo>
                    <a:cubicBezTo>
                      <a:pt x="15" y="6"/>
                      <a:pt x="15" y="6"/>
                      <a:pt x="15" y="6"/>
                    </a:cubicBezTo>
                    <a:cubicBezTo>
                      <a:pt x="17" y="4"/>
                      <a:pt x="19" y="2"/>
                      <a:pt x="20" y="1"/>
                    </a:cubicBezTo>
                    <a:cubicBezTo>
                      <a:pt x="22" y="0"/>
                      <a:pt x="24" y="0"/>
                      <a:pt x="26" y="0"/>
                    </a:cubicBezTo>
                    <a:cubicBezTo>
                      <a:pt x="28" y="0"/>
                      <a:pt x="30" y="0"/>
                      <a:pt x="32" y="2"/>
                    </a:cubicBezTo>
                    <a:cubicBezTo>
                      <a:pt x="33" y="3"/>
                      <a:pt x="34" y="5"/>
                      <a:pt x="35" y="7"/>
                    </a:cubicBezTo>
                    <a:cubicBezTo>
                      <a:pt x="35" y="9"/>
                      <a:pt x="35" y="12"/>
                      <a:pt x="35" y="17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6"/>
                      <a:pt x="36" y="38"/>
                      <a:pt x="36" y="39"/>
                    </a:cubicBezTo>
                    <a:cubicBezTo>
                      <a:pt x="37" y="40"/>
                      <a:pt x="38" y="40"/>
                      <a:pt x="39" y="40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21" y="42"/>
                      <a:pt x="21" y="42"/>
                      <a:pt x="21" y="42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2" y="40"/>
                      <a:pt x="23" y="39"/>
                      <a:pt x="24" y="38"/>
                    </a:cubicBezTo>
                    <a:cubicBezTo>
                      <a:pt x="24" y="38"/>
                      <a:pt x="25" y="36"/>
                      <a:pt x="25" y="33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1"/>
                      <a:pt x="24" y="9"/>
                      <a:pt x="24" y="8"/>
                    </a:cubicBezTo>
                    <a:cubicBezTo>
                      <a:pt x="24" y="7"/>
                      <a:pt x="24" y="7"/>
                      <a:pt x="23" y="6"/>
                    </a:cubicBezTo>
                    <a:cubicBezTo>
                      <a:pt x="22" y="6"/>
                      <a:pt x="22" y="6"/>
                      <a:pt x="21" y="6"/>
                    </a:cubicBezTo>
                    <a:cubicBezTo>
                      <a:pt x="19" y="6"/>
                      <a:pt x="17" y="7"/>
                      <a:pt x="15" y="11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5" y="36"/>
                      <a:pt x="15" y="38"/>
                      <a:pt x="16" y="39"/>
                    </a:cubicBezTo>
                    <a:cubicBezTo>
                      <a:pt x="16" y="40"/>
                      <a:pt x="17" y="40"/>
                      <a:pt x="19" y="40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" y="40"/>
                      <a:pt x="3" y="39"/>
                      <a:pt x="3" y="39"/>
                    </a:cubicBezTo>
                    <a:cubicBezTo>
                      <a:pt x="4" y="38"/>
                      <a:pt x="4" y="36"/>
                      <a:pt x="4" y="33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4" y="5"/>
                      <a:pt x="3" y="4"/>
                    </a:cubicBezTo>
                    <a:cubicBezTo>
                      <a:pt x="3" y="3"/>
                      <a:pt x="2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0" name="íṣḻîḑè"/>
              <p:cNvSpPr/>
              <p:nvPr/>
            </p:nvSpPr>
            <p:spPr bwMode="auto">
              <a:xfrm>
                <a:off x="9453563" y="3802063"/>
                <a:ext cx="112713" cy="139700"/>
              </a:xfrm>
              <a:custGeom>
                <a:avLst/>
                <a:gdLst>
                  <a:gd name="T0" fmla="*/ 19 w 34"/>
                  <a:gd name="T1" fmla="*/ 36 h 42"/>
                  <a:gd name="T2" fmla="*/ 7 w 34"/>
                  <a:gd name="T3" fmla="*/ 42 h 42"/>
                  <a:gd name="T4" fmla="*/ 2 w 34"/>
                  <a:gd name="T5" fmla="*/ 40 h 42"/>
                  <a:gd name="T6" fmla="*/ 0 w 34"/>
                  <a:gd name="T7" fmla="*/ 34 h 42"/>
                  <a:gd name="T8" fmla="*/ 3 w 34"/>
                  <a:gd name="T9" fmla="*/ 26 h 42"/>
                  <a:gd name="T10" fmla="*/ 19 w 34"/>
                  <a:gd name="T11" fmla="*/ 16 h 42"/>
                  <a:gd name="T12" fmla="*/ 19 w 34"/>
                  <a:gd name="T13" fmla="*/ 12 h 42"/>
                  <a:gd name="T14" fmla="*/ 18 w 34"/>
                  <a:gd name="T15" fmla="*/ 6 h 42"/>
                  <a:gd name="T16" fmla="*/ 17 w 34"/>
                  <a:gd name="T17" fmla="*/ 4 h 42"/>
                  <a:gd name="T18" fmla="*/ 14 w 34"/>
                  <a:gd name="T19" fmla="*/ 3 h 42"/>
                  <a:gd name="T20" fmla="*/ 10 w 34"/>
                  <a:gd name="T21" fmla="*/ 4 h 42"/>
                  <a:gd name="T22" fmla="*/ 9 w 34"/>
                  <a:gd name="T23" fmla="*/ 6 h 42"/>
                  <a:gd name="T24" fmla="*/ 10 w 34"/>
                  <a:gd name="T25" fmla="*/ 8 h 42"/>
                  <a:gd name="T26" fmla="*/ 11 w 34"/>
                  <a:gd name="T27" fmla="*/ 12 h 42"/>
                  <a:gd name="T28" fmla="*/ 10 w 34"/>
                  <a:gd name="T29" fmla="*/ 16 h 42"/>
                  <a:gd name="T30" fmla="*/ 6 w 34"/>
                  <a:gd name="T31" fmla="*/ 17 h 42"/>
                  <a:gd name="T32" fmla="*/ 2 w 34"/>
                  <a:gd name="T33" fmla="*/ 15 h 42"/>
                  <a:gd name="T34" fmla="*/ 0 w 34"/>
                  <a:gd name="T35" fmla="*/ 12 h 42"/>
                  <a:gd name="T36" fmla="*/ 3 w 34"/>
                  <a:gd name="T37" fmla="*/ 6 h 42"/>
                  <a:gd name="T38" fmla="*/ 9 w 34"/>
                  <a:gd name="T39" fmla="*/ 1 h 42"/>
                  <a:gd name="T40" fmla="*/ 17 w 34"/>
                  <a:gd name="T41" fmla="*/ 0 h 42"/>
                  <a:gd name="T42" fmla="*/ 25 w 34"/>
                  <a:gd name="T43" fmla="*/ 2 h 42"/>
                  <a:gd name="T44" fmla="*/ 29 w 34"/>
                  <a:gd name="T45" fmla="*/ 7 h 42"/>
                  <a:gd name="T46" fmla="*/ 30 w 34"/>
                  <a:gd name="T47" fmla="*/ 16 h 42"/>
                  <a:gd name="T48" fmla="*/ 30 w 34"/>
                  <a:gd name="T49" fmla="*/ 32 h 42"/>
                  <a:gd name="T50" fmla="*/ 30 w 34"/>
                  <a:gd name="T51" fmla="*/ 35 h 42"/>
                  <a:gd name="T52" fmla="*/ 30 w 34"/>
                  <a:gd name="T53" fmla="*/ 36 h 42"/>
                  <a:gd name="T54" fmla="*/ 31 w 34"/>
                  <a:gd name="T55" fmla="*/ 37 h 42"/>
                  <a:gd name="T56" fmla="*/ 33 w 34"/>
                  <a:gd name="T57" fmla="*/ 35 h 42"/>
                  <a:gd name="T58" fmla="*/ 34 w 34"/>
                  <a:gd name="T59" fmla="*/ 36 h 42"/>
                  <a:gd name="T60" fmla="*/ 30 w 34"/>
                  <a:gd name="T61" fmla="*/ 41 h 42"/>
                  <a:gd name="T62" fmla="*/ 26 w 34"/>
                  <a:gd name="T63" fmla="*/ 42 h 42"/>
                  <a:gd name="T64" fmla="*/ 21 w 34"/>
                  <a:gd name="T65" fmla="*/ 41 h 42"/>
                  <a:gd name="T66" fmla="*/ 19 w 34"/>
                  <a:gd name="T67" fmla="*/ 36 h 42"/>
                  <a:gd name="T68" fmla="*/ 19 w 34"/>
                  <a:gd name="T69" fmla="*/ 33 h 42"/>
                  <a:gd name="T70" fmla="*/ 19 w 34"/>
                  <a:gd name="T71" fmla="*/ 19 h 42"/>
                  <a:gd name="T72" fmla="*/ 12 w 34"/>
                  <a:gd name="T73" fmla="*/ 25 h 42"/>
                  <a:gd name="T74" fmla="*/ 10 w 34"/>
                  <a:gd name="T75" fmla="*/ 30 h 42"/>
                  <a:gd name="T76" fmla="*/ 12 w 34"/>
                  <a:gd name="T77" fmla="*/ 34 h 42"/>
                  <a:gd name="T78" fmla="*/ 14 w 34"/>
                  <a:gd name="T79" fmla="*/ 35 h 42"/>
                  <a:gd name="T80" fmla="*/ 19 w 34"/>
                  <a:gd name="T81" fmla="*/ 3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42">
                    <a:moveTo>
                      <a:pt x="19" y="36"/>
                    </a:moveTo>
                    <a:cubicBezTo>
                      <a:pt x="14" y="40"/>
                      <a:pt x="10" y="42"/>
                      <a:pt x="7" y="42"/>
                    </a:cubicBezTo>
                    <a:cubicBezTo>
                      <a:pt x="5" y="42"/>
                      <a:pt x="3" y="42"/>
                      <a:pt x="2" y="40"/>
                    </a:cubicBezTo>
                    <a:cubicBezTo>
                      <a:pt x="0" y="39"/>
                      <a:pt x="0" y="37"/>
                      <a:pt x="0" y="34"/>
                    </a:cubicBezTo>
                    <a:cubicBezTo>
                      <a:pt x="0" y="31"/>
                      <a:pt x="1" y="28"/>
                      <a:pt x="3" y="26"/>
                    </a:cubicBezTo>
                    <a:cubicBezTo>
                      <a:pt x="6" y="23"/>
                      <a:pt x="11" y="20"/>
                      <a:pt x="19" y="16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9"/>
                      <a:pt x="19" y="7"/>
                      <a:pt x="18" y="6"/>
                    </a:cubicBezTo>
                    <a:cubicBezTo>
                      <a:pt x="18" y="5"/>
                      <a:pt x="17" y="4"/>
                      <a:pt x="17" y="4"/>
                    </a:cubicBezTo>
                    <a:cubicBezTo>
                      <a:pt x="16" y="3"/>
                      <a:pt x="15" y="3"/>
                      <a:pt x="14" y="3"/>
                    </a:cubicBezTo>
                    <a:cubicBezTo>
                      <a:pt x="12" y="3"/>
                      <a:pt x="11" y="3"/>
                      <a:pt x="10" y="4"/>
                    </a:cubicBezTo>
                    <a:cubicBezTo>
                      <a:pt x="9" y="5"/>
                      <a:pt x="9" y="5"/>
                      <a:pt x="9" y="6"/>
                    </a:cubicBezTo>
                    <a:cubicBezTo>
                      <a:pt x="9" y="7"/>
                      <a:pt x="9" y="7"/>
                      <a:pt x="10" y="8"/>
                    </a:cubicBezTo>
                    <a:cubicBezTo>
                      <a:pt x="11" y="10"/>
                      <a:pt x="11" y="11"/>
                      <a:pt x="11" y="12"/>
                    </a:cubicBezTo>
                    <a:cubicBezTo>
                      <a:pt x="11" y="13"/>
                      <a:pt x="11" y="15"/>
                      <a:pt x="10" y="16"/>
                    </a:cubicBezTo>
                    <a:cubicBezTo>
                      <a:pt x="9" y="17"/>
                      <a:pt x="8" y="17"/>
                      <a:pt x="6" y="17"/>
                    </a:cubicBezTo>
                    <a:cubicBezTo>
                      <a:pt x="4" y="17"/>
                      <a:pt x="3" y="17"/>
                      <a:pt x="2" y="15"/>
                    </a:cubicBezTo>
                    <a:cubicBezTo>
                      <a:pt x="1" y="14"/>
                      <a:pt x="0" y="13"/>
                      <a:pt x="0" y="12"/>
                    </a:cubicBezTo>
                    <a:cubicBezTo>
                      <a:pt x="0" y="9"/>
                      <a:pt x="1" y="7"/>
                      <a:pt x="3" y="6"/>
                    </a:cubicBezTo>
                    <a:cubicBezTo>
                      <a:pt x="4" y="4"/>
                      <a:pt x="6" y="2"/>
                      <a:pt x="9" y="1"/>
                    </a:cubicBezTo>
                    <a:cubicBezTo>
                      <a:pt x="11" y="0"/>
                      <a:pt x="14" y="0"/>
                      <a:pt x="17" y="0"/>
                    </a:cubicBezTo>
                    <a:cubicBezTo>
                      <a:pt x="20" y="0"/>
                      <a:pt x="23" y="0"/>
                      <a:pt x="25" y="2"/>
                    </a:cubicBezTo>
                    <a:cubicBezTo>
                      <a:pt x="27" y="4"/>
                      <a:pt x="28" y="6"/>
                      <a:pt x="29" y="7"/>
                    </a:cubicBezTo>
                    <a:cubicBezTo>
                      <a:pt x="29" y="9"/>
                      <a:pt x="30" y="11"/>
                      <a:pt x="30" y="16"/>
                    </a:cubicBezTo>
                    <a:cubicBezTo>
                      <a:pt x="30" y="32"/>
                      <a:pt x="30" y="32"/>
                      <a:pt x="30" y="32"/>
                    </a:cubicBezTo>
                    <a:cubicBezTo>
                      <a:pt x="30" y="34"/>
                      <a:pt x="30" y="35"/>
                      <a:pt x="30" y="35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2" y="37"/>
                      <a:pt x="33" y="36"/>
                      <a:pt x="33" y="35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8"/>
                      <a:pt x="32" y="40"/>
                      <a:pt x="30" y="41"/>
                    </a:cubicBezTo>
                    <a:cubicBezTo>
                      <a:pt x="29" y="42"/>
                      <a:pt x="27" y="42"/>
                      <a:pt x="26" y="42"/>
                    </a:cubicBezTo>
                    <a:cubicBezTo>
                      <a:pt x="24" y="42"/>
                      <a:pt x="22" y="42"/>
                      <a:pt x="21" y="41"/>
                    </a:cubicBezTo>
                    <a:cubicBezTo>
                      <a:pt x="20" y="40"/>
                      <a:pt x="19" y="38"/>
                      <a:pt x="19" y="36"/>
                    </a:cubicBezTo>
                    <a:close/>
                    <a:moveTo>
                      <a:pt x="19" y="33"/>
                    </a:moveTo>
                    <a:cubicBezTo>
                      <a:pt x="19" y="19"/>
                      <a:pt x="19" y="19"/>
                      <a:pt x="19" y="19"/>
                    </a:cubicBezTo>
                    <a:cubicBezTo>
                      <a:pt x="16" y="21"/>
                      <a:pt x="13" y="23"/>
                      <a:pt x="12" y="25"/>
                    </a:cubicBezTo>
                    <a:cubicBezTo>
                      <a:pt x="11" y="27"/>
                      <a:pt x="10" y="29"/>
                      <a:pt x="10" y="30"/>
                    </a:cubicBezTo>
                    <a:cubicBezTo>
                      <a:pt x="10" y="32"/>
                      <a:pt x="11" y="33"/>
                      <a:pt x="12" y="34"/>
                    </a:cubicBezTo>
                    <a:cubicBezTo>
                      <a:pt x="12" y="35"/>
                      <a:pt x="13" y="35"/>
                      <a:pt x="14" y="35"/>
                    </a:cubicBezTo>
                    <a:cubicBezTo>
                      <a:pt x="16" y="35"/>
                      <a:pt x="17" y="34"/>
                      <a:pt x="19" y="3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82456" y="1437679"/>
            <a:ext cx="6485389" cy="2852737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4782456" y="4437066"/>
            <a:ext cx="6485389" cy="150018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0C2D-1C7A-445D-8C1F-E2EF4DB0A374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54AC7-8B74-4520-B1EE-E45E3D31081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66148-6C08-409F-8572-B41ED231548D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54AC7-8B74-4520-B1EE-E45E3D31081A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C24E7-123A-40B4-B98C-8FADB1F085E7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54AC7-8B74-4520-B1EE-E45E3D31081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04135" y="1225550"/>
            <a:ext cx="7359015" cy="222123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习题课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流程图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日期占位符 4"/>
          <p:cNvSpPr txBox="1"/>
          <p:nvPr/>
        </p:nvSpPr>
        <p:spPr>
          <a:xfrm>
            <a:off x="4339437" y="4586549"/>
            <a:ext cx="34433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spc="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杨韵倩</a:t>
            </a:r>
            <a:endParaRPr lang="en-US" altLang="zh-CN" sz="2400" spc="6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lang="zh-CN" altLang="en-US" sz="2400" spc="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中国科学技术大学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3031478" y="3429000"/>
            <a:ext cx="583820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日期占位符 4"/>
          <p:cNvSpPr txBox="1"/>
          <p:nvPr/>
        </p:nvSpPr>
        <p:spPr>
          <a:xfrm>
            <a:off x="4689499" y="516579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spc="3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2025/11</a:t>
            </a:r>
            <a:endParaRPr lang="zh-CN" altLang="en-US" sz="1600" spc="3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54AC7-8B74-4520-B1EE-E45E3D31081A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9743" y="668329"/>
            <a:ext cx="4330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一、为什么学习流程图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1D3CB1-E376-4682-A9DB-F1EB9A6B40C2}"/>
              </a:ext>
            </a:extLst>
          </p:cNvPr>
          <p:cNvSpPr txBox="1">
            <a:spLocks/>
          </p:cNvSpPr>
          <p:nvPr/>
        </p:nvSpPr>
        <p:spPr>
          <a:xfrm>
            <a:off x="695324" y="1571625"/>
            <a:ext cx="8229600" cy="1857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流程图是程序逻辑的可视化表达。</a:t>
            </a:r>
          </a:p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写程序之前，先想清楚：程序要做什么、先做什么、后做什么。</a:t>
            </a:r>
          </a:p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流程图帮助我们理清思路，避免“边写边想”造成的逻辑错误</a:t>
            </a:r>
            <a:r>
              <a:rPr lang="zh-CN" altLang="en-US" sz="2000" dirty="0"/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7761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0A2A83D-E5AD-4A80-A527-158AADD599C2}"/>
              </a:ext>
            </a:extLst>
          </p:cNvPr>
          <p:cNvSpPr txBox="1"/>
          <p:nvPr/>
        </p:nvSpPr>
        <p:spPr>
          <a:xfrm>
            <a:off x="479743" y="668329"/>
            <a:ext cx="4330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二、流程图基本符号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F0F318B-9AB8-413A-AE5B-E71883AAE6E5}"/>
              </a:ext>
            </a:extLst>
          </p:cNvPr>
          <p:cNvSpPr txBox="1">
            <a:spLocks/>
          </p:cNvSpPr>
          <p:nvPr/>
        </p:nvSpPr>
        <p:spPr>
          <a:xfrm>
            <a:off x="457200" y="1504442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开始 </a:t>
            </a:r>
            <a:r>
              <a:rPr lang="en-US" altLang="zh-CN" sz="2000" dirty="0">
                <a:latin typeface="+mj-ea"/>
                <a:ea typeface="+mj-ea"/>
              </a:rPr>
              <a:t>/ </a:t>
            </a:r>
            <a:r>
              <a:rPr lang="zh-CN" altLang="en-US" sz="2000" dirty="0">
                <a:latin typeface="+mj-ea"/>
                <a:ea typeface="+mj-ea"/>
              </a:rPr>
              <a:t>结束：椭圆形（程序入口与出口）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输入 </a:t>
            </a:r>
            <a:r>
              <a:rPr lang="en-US" altLang="zh-CN" sz="2000" dirty="0">
                <a:latin typeface="+mj-ea"/>
                <a:ea typeface="+mj-ea"/>
              </a:rPr>
              <a:t>/ </a:t>
            </a:r>
            <a:r>
              <a:rPr lang="zh-CN" altLang="en-US" sz="2000" dirty="0">
                <a:latin typeface="+mj-ea"/>
                <a:ea typeface="+mj-ea"/>
              </a:rPr>
              <a:t>输出：平行四边形（对应</a:t>
            </a:r>
            <a:r>
              <a:rPr lang="en-US" altLang="zh-CN" sz="2000" dirty="0" err="1">
                <a:latin typeface="+mj-ea"/>
                <a:ea typeface="+mj-ea"/>
              </a:rPr>
              <a:t>scanf</a:t>
            </a:r>
            <a:r>
              <a:rPr lang="en-US" altLang="zh-CN" sz="2000" dirty="0">
                <a:latin typeface="+mj-ea"/>
                <a:ea typeface="+mj-ea"/>
              </a:rPr>
              <a:t>/</a:t>
            </a:r>
            <a:r>
              <a:rPr lang="en-US" altLang="zh-CN" sz="2000" dirty="0" err="1">
                <a:latin typeface="+mj-ea"/>
                <a:ea typeface="+mj-ea"/>
              </a:rPr>
              <a:t>printf</a:t>
            </a:r>
            <a:r>
              <a:rPr lang="zh-CN" altLang="en-US" sz="2000" dirty="0">
                <a:latin typeface="+mj-ea"/>
                <a:ea typeface="+mj-ea"/>
              </a:rPr>
              <a:t>）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处理：矩形（计算或赋值语句）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判断：菱形（</a:t>
            </a:r>
            <a:r>
              <a:rPr lang="en-US" altLang="zh-CN" sz="2000" dirty="0">
                <a:latin typeface="+mj-ea"/>
                <a:ea typeface="+mj-ea"/>
              </a:rPr>
              <a:t>if</a:t>
            </a:r>
            <a:r>
              <a:rPr lang="zh-CN" altLang="en-US" sz="2000" dirty="0">
                <a:latin typeface="+mj-ea"/>
                <a:ea typeface="+mj-ea"/>
              </a:rPr>
              <a:t>、</a:t>
            </a:r>
            <a:r>
              <a:rPr lang="en-US" altLang="zh-CN" sz="2000" dirty="0">
                <a:latin typeface="+mj-ea"/>
                <a:ea typeface="+mj-ea"/>
              </a:rPr>
              <a:t>while</a:t>
            </a:r>
            <a:r>
              <a:rPr lang="zh-CN" altLang="en-US" sz="2000" dirty="0">
                <a:latin typeface="+mj-ea"/>
                <a:ea typeface="+mj-ea"/>
              </a:rPr>
              <a:t>、</a:t>
            </a:r>
            <a:r>
              <a:rPr lang="en-US" altLang="zh-CN" sz="2000" dirty="0">
                <a:latin typeface="+mj-ea"/>
                <a:ea typeface="+mj-ea"/>
              </a:rPr>
              <a:t>for</a:t>
            </a:r>
            <a:r>
              <a:rPr lang="zh-CN" altLang="en-US" sz="2000" dirty="0">
                <a:latin typeface="+mj-ea"/>
                <a:ea typeface="+mj-ea"/>
              </a:rPr>
              <a:t>等逻辑判断）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箭头：控制流方向</a:t>
            </a:r>
          </a:p>
          <a:p>
            <a:pPr marL="0" indent="0">
              <a:spcAft>
                <a:spcPts val="1000"/>
              </a:spcAft>
              <a:buNone/>
              <a:defRPr sz="2000"/>
            </a:pPr>
            <a:r>
              <a:rPr lang="zh-CN" altLang="en-US" sz="2000" dirty="0">
                <a:latin typeface="+mj-ea"/>
                <a:ea typeface="+mj-ea"/>
              </a:rPr>
              <a:t>→ 记住：流程图就是代码逻辑的图形化版本。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6DC6B1A-BB2A-4137-8900-7C35F11607B6}"/>
              </a:ext>
            </a:extLst>
          </p:cNvPr>
          <p:cNvSpPr/>
          <p:nvPr/>
        </p:nvSpPr>
        <p:spPr>
          <a:xfrm>
            <a:off x="6629400" y="1403018"/>
            <a:ext cx="1571625" cy="6762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FDD4694B-B54A-44DA-B27C-AC42E3F8F616}"/>
              </a:ext>
            </a:extLst>
          </p:cNvPr>
          <p:cNvSpPr/>
          <p:nvPr/>
        </p:nvSpPr>
        <p:spPr>
          <a:xfrm>
            <a:off x="6629400" y="2427951"/>
            <a:ext cx="1438275" cy="638175"/>
          </a:xfrm>
          <a:prstGeom prst="parallelogram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0DDBBA-C0ED-425D-A92C-ED2B87DCD503}"/>
              </a:ext>
            </a:extLst>
          </p:cNvPr>
          <p:cNvSpPr/>
          <p:nvPr/>
        </p:nvSpPr>
        <p:spPr>
          <a:xfrm>
            <a:off x="6629400" y="3429000"/>
            <a:ext cx="1438275" cy="6381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6" name="菱形 15">
            <a:extLst>
              <a:ext uri="{FF2B5EF4-FFF2-40B4-BE49-F238E27FC236}">
                <a16:creationId xmlns:a16="http://schemas.microsoft.com/office/drawing/2014/main" id="{3BF6D452-8746-4943-9F61-546EBD922BB1}"/>
              </a:ext>
            </a:extLst>
          </p:cNvPr>
          <p:cNvSpPr/>
          <p:nvPr/>
        </p:nvSpPr>
        <p:spPr>
          <a:xfrm>
            <a:off x="6562725" y="4299613"/>
            <a:ext cx="1504950" cy="781050"/>
          </a:xfrm>
          <a:prstGeom prst="diamond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30A04E6-459D-4382-95F0-CAEA1AE53F82}"/>
              </a:ext>
            </a:extLst>
          </p:cNvPr>
          <p:cNvSpPr txBox="1"/>
          <p:nvPr/>
        </p:nvSpPr>
        <p:spPr>
          <a:xfrm>
            <a:off x="7129463" y="1561846"/>
            <a:ext cx="1200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开始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A4C14FB-0056-4414-B010-7F708CEA3049}"/>
              </a:ext>
            </a:extLst>
          </p:cNvPr>
          <p:cNvSpPr txBox="1"/>
          <p:nvPr/>
        </p:nvSpPr>
        <p:spPr>
          <a:xfrm>
            <a:off x="6810376" y="2577761"/>
            <a:ext cx="1200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输入字母</a:t>
            </a:r>
            <a:r>
              <a:rPr lang="en-US" altLang="zh-CN" sz="1600" dirty="0">
                <a:latin typeface="+mj-ea"/>
                <a:ea typeface="+mj-ea"/>
              </a:rPr>
              <a:t>a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E63068E-DD5A-4344-970B-4DDB7A1FEAE3}"/>
              </a:ext>
            </a:extLst>
          </p:cNvPr>
          <p:cNvSpPr txBox="1"/>
          <p:nvPr/>
        </p:nvSpPr>
        <p:spPr>
          <a:xfrm>
            <a:off x="6638927" y="3600774"/>
            <a:ext cx="1438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Int sum = 0;</a:t>
            </a:r>
            <a:endParaRPr lang="zh-CN" altLang="en-US" sz="1600" dirty="0">
              <a:latin typeface="+mj-ea"/>
              <a:ea typeface="+mj-ea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27C928E-C87F-4E7E-83AA-B682B8F7D093}"/>
              </a:ext>
            </a:extLst>
          </p:cNvPr>
          <p:cNvCxnSpPr>
            <a:stCxn id="16" idx="2"/>
          </p:cNvCxnSpPr>
          <p:nvPr/>
        </p:nvCxnSpPr>
        <p:spPr>
          <a:xfrm>
            <a:off x="7315200" y="5080663"/>
            <a:ext cx="0" cy="5295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BDA773DA-8C6B-4CEA-80AD-F04212398BE1}"/>
              </a:ext>
            </a:extLst>
          </p:cNvPr>
          <p:cNvCxnSpPr>
            <a:stCxn id="16" idx="3"/>
          </p:cNvCxnSpPr>
          <p:nvPr/>
        </p:nvCxnSpPr>
        <p:spPr>
          <a:xfrm>
            <a:off x="8067675" y="4690138"/>
            <a:ext cx="619125" cy="920087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3DB286A2-E742-4957-9FFB-814CE8B7F2FC}"/>
              </a:ext>
            </a:extLst>
          </p:cNvPr>
          <p:cNvSpPr txBox="1"/>
          <p:nvPr/>
        </p:nvSpPr>
        <p:spPr>
          <a:xfrm>
            <a:off x="6819901" y="5136479"/>
            <a:ext cx="61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yes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9638E3-1C8F-4F82-8CD6-8ADB91D44E18}"/>
              </a:ext>
            </a:extLst>
          </p:cNvPr>
          <p:cNvSpPr txBox="1"/>
          <p:nvPr/>
        </p:nvSpPr>
        <p:spPr>
          <a:xfrm>
            <a:off x="8077201" y="4627634"/>
            <a:ext cx="61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no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6775CA9-5F16-4A6B-B29E-F8C9931EEB3E}"/>
              </a:ext>
            </a:extLst>
          </p:cNvPr>
          <p:cNvSpPr txBox="1"/>
          <p:nvPr/>
        </p:nvSpPr>
        <p:spPr>
          <a:xfrm>
            <a:off x="7000875" y="4540327"/>
            <a:ext cx="1200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n = 0;</a:t>
            </a:r>
            <a:endParaRPr lang="zh-CN" altLang="en-US" sz="1600" dirty="0">
              <a:latin typeface="+mj-ea"/>
              <a:ea typeface="+mj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0A2A83D-E5AD-4A80-A527-158AADD599C2}"/>
              </a:ext>
            </a:extLst>
          </p:cNvPr>
          <p:cNvSpPr txBox="1"/>
          <p:nvPr/>
        </p:nvSpPr>
        <p:spPr>
          <a:xfrm>
            <a:off x="479743" y="668329"/>
            <a:ext cx="4330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三、顺序结构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E37B45-1739-4BA4-A584-DBF63DCB61F1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示例：输入两个数，输出它们的和</a:t>
            </a:r>
          </a:p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流程：输入 → 计算 → 输出</a:t>
            </a:r>
          </a:p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对应代码：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6866FB-C8EE-4AD5-9C0F-78322C620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778" y="3171772"/>
            <a:ext cx="3356500" cy="1095427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D0596984-F247-45DF-91F5-A8D20BB99EAB}"/>
              </a:ext>
            </a:extLst>
          </p:cNvPr>
          <p:cNvGrpSpPr/>
          <p:nvPr/>
        </p:nvGrpSpPr>
        <p:grpSpPr>
          <a:xfrm>
            <a:off x="6376986" y="1600200"/>
            <a:ext cx="3309939" cy="2760402"/>
            <a:chOff x="5043486" y="2486025"/>
            <a:chExt cx="3309939" cy="2760402"/>
          </a:xfrm>
        </p:grpSpPr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E0271FE4-C1BD-42AB-973A-269ACE6B1340}"/>
                </a:ext>
              </a:extLst>
            </p:cNvPr>
            <p:cNvSpPr/>
            <p:nvPr/>
          </p:nvSpPr>
          <p:spPr>
            <a:xfrm>
              <a:off x="6838950" y="2486025"/>
              <a:ext cx="1400175" cy="609600"/>
            </a:xfrm>
            <a:prstGeom prst="parallelogram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7D97852C-4DF4-400F-B8D2-9F9F834C84CD}"/>
                </a:ext>
              </a:extLst>
            </p:cNvPr>
            <p:cNvCxnSpPr>
              <a:cxnSpLocks/>
              <a:stCxn id="6" idx="4"/>
            </p:cNvCxnSpPr>
            <p:nvPr/>
          </p:nvCxnSpPr>
          <p:spPr>
            <a:xfrm>
              <a:off x="7539038" y="3095625"/>
              <a:ext cx="0" cy="4086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B694D35-33CD-4CB9-B2C4-81FA1E85EED0}"/>
                </a:ext>
              </a:extLst>
            </p:cNvPr>
            <p:cNvSpPr/>
            <p:nvPr/>
          </p:nvSpPr>
          <p:spPr>
            <a:xfrm>
              <a:off x="6838950" y="3504276"/>
              <a:ext cx="1323974" cy="66675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1721ECBA-58B2-412B-A1F7-EEBC5043B342}"/>
                </a:ext>
              </a:extLst>
            </p:cNvPr>
            <p:cNvCxnSpPr>
              <a:cxnSpLocks/>
            </p:cNvCxnSpPr>
            <p:nvPr/>
          </p:nvCxnSpPr>
          <p:spPr>
            <a:xfrm>
              <a:off x="7515225" y="4171026"/>
              <a:ext cx="0" cy="4086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2499C76C-DA86-46EF-9440-B98A4BED0F8F}"/>
                </a:ext>
              </a:extLst>
            </p:cNvPr>
            <p:cNvSpPr/>
            <p:nvPr/>
          </p:nvSpPr>
          <p:spPr>
            <a:xfrm>
              <a:off x="6800849" y="4636827"/>
              <a:ext cx="1400175" cy="609600"/>
            </a:xfrm>
            <a:prstGeom prst="parallelogram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7AECDD0-6EAA-4C65-96CF-0D492C01AD79}"/>
                </a:ext>
              </a:extLst>
            </p:cNvPr>
            <p:cNvSpPr txBox="1"/>
            <p:nvPr/>
          </p:nvSpPr>
          <p:spPr>
            <a:xfrm>
              <a:off x="7067550" y="2606805"/>
              <a:ext cx="12858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输入</a:t>
              </a:r>
              <a:r>
                <a:rPr lang="en-US" altLang="zh-CN" sz="1600" dirty="0">
                  <a:latin typeface="+mj-ea"/>
                  <a:ea typeface="+mj-ea"/>
                </a:rPr>
                <a:t>a, b</a:t>
              </a:r>
              <a:endParaRPr lang="zh-CN" altLang="en-US" sz="1600" dirty="0">
                <a:latin typeface="+mj-ea"/>
                <a:ea typeface="+mj-ea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7F7A309-1202-4613-A812-1F68C7655D9B}"/>
                </a:ext>
              </a:extLst>
            </p:cNvPr>
            <p:cNvSpPr txBox="1"/>
            <p:nvPr/>
          </p:nvSpPr>
          <p:spPr>
            <a:xfrm>
              <a:off x="6915149" y="3682206"/>
              <a:ext cx="12858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j-ea"/>
                  <a:ea typeface="+mj-ea"/>
                </a:rPr>
                <a:t>sum = </a:t>
              </a:r>
              <a:r>
                <a:rPr lang="en-US" altLang="zh-CN" sz="1600" dirty="0" err="1">
                  <a:latin typeface="+mj-ea"/>
                  <a:ea typeface="+mj-ea"/>
                </a:rPr>
                <a:t>a+b</a:t>
              </a:r>
              <a:endParaRPr lang="zh-CN" altLang="en-US" sz="1600" dirty="0">
                <a:latin typeface="+mj-ea"/>
                <a:ea typeface="+mj-ea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9246AC6-C215-4226-BE15-3117C894CA80}"/>
                </a:ext>
              </a:extLst>
            </p:cNvPr>
            <p:cNvSpPr txBox="1"/>
            <p:nvPr/>
          </p:nvSpPr>
          <p:spPr>
            <a:xfrm>
              <a:off x="6953250" y="4772350"/>
              <a:ext cx="12858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输出</a:t>
              </a:r>
              <a:r>
                <a:rPr lang="en-US" altLang="zh-CN" sz="1600" dirty="0">
                  <a:latin typeface="+mj-ea"/>
                  <a:ea typeface="+mj-ea"/>
                </a:rPr>
                <a:t>sum</a:t>
              </a:r>
              <a:endParaRPr lang="zh-CN" altLang="en-US" sz="1600" dirty="0">
                <a:latin typeface="+mj-ea"/>
                <a:ea typeface="+mj-ea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A8AAE08-FD2F-4427-8367-76F953C04340}"/>
                </a:ext>
              </a:extLst>
            </p:cNvPr>
            <p:cNvSpPr/>
            <p:nvPr/>
          </p:nvSpPr>
          <p:spPr>
            <a:xfrm>
              <a:off x="5043486" y="2547964"/>
              <a:ext cx="1052514" cy="48572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148B0F1F-31BB-4593-9A43-3D5F5F0D2FF7}"/>
                </a:ext>
              </a:extLst>
            </p:cNvPr>
            <p:cNvSpPr/>
            <p:nvPr/>
          </p:nvSpPr>
          <p:spPr>
            <a:xfrm>
              <a:off x="5050629" y="4698766"/>
              <a:ext cx="1052514" cy="48572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9CFDE3C6-A3A0-4033-AE87-75D91EB8F318}"/>
                </a:ext>
              </a:extLst>
            </p:cNvPr>
            <p:cNvCxnSpPr>
              <a:stCxn id="12" idx="6"/>
              <a:endCxn id="6" idx="5"/>
            </p:cNvCxnSpPr>
            <p:nvPr/>
          </p:nvCxnSpPr>
          <p:spPr>
            <a:xfrm>
              <a:off x="6096000" y="2790825"/>
              <a:ext cx="81915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74ED05BC-13BB-4C7D-B6C6-0895B9C8E5BB}"/>
                </a:ext>
              </a:extLst>
            </p:cNvPr>
            <p:cNvCxnSpPr>
              <a:cxnSpLocks/>
              <a:stCxn id="16" idx="5"/>
              <a:endCxn id="20" idx="6"/>
            </p:cNvCxnSpPr>
            <p:nvPr/>
          </p:nvCxnSpPr>
          <p:spPr>
            <a:xfrm flipH="1">
              <a:off x="6103143" y="4941627"/>
              <a:ext cx="77390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226A3FE-87D3-4B22-8032-61B9B1306CD6}"/>
                </a:ext>
              </a:extLst>
            </p:cNvPr>
            <p:cNvSpPr txBox="1"/>
            <p:nvPr/>
          </p:nvSpPr>
          <p:spPr>
            <a:xfrm>
              <a:off x="5219700" y="2621548"/>
              <a:ext cx="12858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开始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292C0143-84D0-46E3-A331-47669357668B}"/>
                </a:ext>
              </a:extLst>
            </p:cNvPr>
            <p:cNvSpPr txBox="1"/>
            <p:nvPr/>
          </p:nvSpPr>
          <p:spPr>
            <a:xfrm>
              <a:off x="5295900" y="4772350"/>
              <a:ext cx="12858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结束</a:t>
              </a:r>
              <a:endParaRPr lang="en-US" altLang="zh-CN" sz="1600" dirty="0">
                <a:latin typeface="+mj-ea"/>
                <a:ea typeface="+mj-ea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761853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0A2A83D-E5AD-4A80-A527-158AADD599C2}"/>
              </a:ext>
            </a:extLst>
          </p:cNvPr>
          <p:cNvSpPr txBox="1"/>
          <p:nvPr/>
        </p:nvSpPr>
        <p:spPr>
          <a:xfrm>
            <a:off x="479743" y="668329"/>
            <a:ext cx="4330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latin typeface="+mj-ea"/>
                <a:ea typeface="+mj-ea"/>
                <a:sym typeface="微软雅黑" panose="020B0503020204020204" pitchFamily="34" charset="-122"/>
              </a:rPr>
              <a:t>四、选择结构（</a:t>
            </a:r>
            <a:r>
              <a:rPr lang="en-US" altLang="zh-CN" sz="2800" b="1" spc="300" dirty="0">
                <a:latin typeface="+mj-ea"/>
                <a:ea typeface="+mj-ea"/>
                <a:sym typeface="微软雅黑" panose="020B0503020204020204" pitchFamily="34" charset="-122"/>
              </a:rPr>
              <a:t>if</a:t>
            </a:r>
            <a:r>
              <a:rPr lang="zh-CN" altLang="en-US" sz="2800" b="1" spc="300" dirty="0">
                <a:latin typeface="+mj-ea"/>
                <a:ea typeface="+mj-ea"/>
                <a:sym typeface="微软雅黑" panose="020B0503020204020204" pitchFamily="34" charset="-122"/>
              </a:rPr>
              <a:t>分支）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3DE9269-BFDC-418A-8AAC-A720CEC7E6CC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标</a:t>
            </a:r>
            <a:r>
              <a:rPr lang="en-US" altLang="zh-CN" sz="2000" dirty="0">
                <a:latin typeface="+mj-ea"/>
                <a:ea typeface="+mj-ea"/>
              </a:rPr>
              <a:t>yes/no</a:t>
            </a:r>
          </a:p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示例：判断一个数是否为正数</a:t>
            </a:r>
          </a:p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流程：输入 → 判断 → 输出结果</a:t>
            </a:r>
          </a:p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对应</a:t>
            </a:r>
            <a:r>
              <a:rPr lang="en-US" sz="2000" dirty="0">
                <a:latin typeface="+mj-ea"/>
                <a:ea typeface="+mj-ea"/>
              </a:rPr>
              <a:t>C</a:t>
            </a:r>
            <a:r>
              <a:rPr lang="zh-CN" altLang="en-US" sz="2000" dirty="0">
                <a:latin typeface="+mj-ea"/>
                <a:ea typeface="+mj-ea"/>
              </a:rPr>
              <a:t>代码：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42BFCD-D2C0-4C14-B7E2-B4292FF87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23" y="3736878"/>
            <a:ext cx="3229426" cy="1124107"/>
          </a:xfrm>
          <a:prstGeom prst="rect">
            <a:avLst/>
          </a:prstGeom>
        </p:spPr>
      </p:pic>
      <p:sp>
        <p:nvSpPr>
          <p:cNvPr id="9" name="平行四边形 8">
            <a:extLst>
              <a:ext uri="{FF2B5EF4-FFF2-40B4-BE49-F238E27FC236}">
                <a16:creationId xmlns:a16="http://schemas.microsoft.com/office/drawing/2014/main" id="{A8DF70BE-7EA8-41A4-AC96-4A73C8850C3A}"/>
              </a:ext>
            </a:extLst>
          </p:cNvPr>
          <p:cNvSpPr/>
          <p:nvPr/>
        </p:nvSpPr>
        <p:spPr>
          <a:xfrm>
            <a:off x="7553325" y="1664832"/>
            <a:ext cx="1400175" cy="609600"/>
          </a:xfrm>
          <a:prstGeom prst="parallelogram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E024247-4EFC-4F1E-B995-0360A009894B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8253413" y="2274432"/>
            <a:ext cx="0" cy="4086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8546691-479E-4FA6-B689-E2FEB1A4F199}"/>
              </a:ext>
            </a:extLst>
          </p:cNvPr>
          <p:cNvCxnSpPr>
            <a:cxnSpLocks/>
          </p:cNvCxnSpPr>
          <p:nvPr/>
        </p:nvCxnSpPr>
        <p:spPr>
          <a:xfrm>
            <a:off x="8253411" y="3301126"/>
            <a:ext cx="0" cy="3945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03DEFFE-3B61-4F79-9210-02E1E9307C1A}"/>
              </a:ext>
            </a:extLst>
          </p:cNvPr>
          <p:cNvSpPr txBox="1"/>
          <p:nvPr/>
        </p:nvSpPr>
        <p:spPr>
          <a:xfrm>
            <a:off x="7862887" y="1787273"/>
            <a:ext cx="128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输入</a:t>
            </a:r>
            <a:r>
              <a:rPr lang="en-US" altLang="zh-CN" sz="1600" dirty="0">
                <a:latin typeface="+mj-ea"/>
                <a:ea typeface="+mj-ea"/>
              </a:rPr>
              <a:t>a</a:t>
            </a:r>
            <a:endParaRPr lang="zh-CN" altLang="en-US" sz="1600" dirty="0">
              <a:latin typeface="+mj-ea"/>
              <a:ea typeface="+mj-ea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A906438-A336-42B1-AC8A-83A41A0083A8}"/>
              </a:ext>
            </a:extLst>
          </p:cNvPr>
          <p:cNvGrpSpPr/>
          <p:nvPr/>
        </p:nvGrpSpPr>
        <p:grpSpPr>
          <a:xfrm>
            <a:off x="7534273" y="3731895"/>
            <a:ext cx="1438276" cy="609600"/>
            <a:chOff x="7515224" y="3815634"/>
            <a:chExt cx="1438276" cy="609600"/>
          </a:xfrm>
        </p:grpSpPr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1CA9AAF9-EC63-4980-AF6C-25729FC2C189}"/>
                </a:ext>
              </a:extLst>
            </p:cNvPr>
            <p:cNvSpPr/>
            <p:nvPr/>
          </p:nvSpPr>
          <p:spPr>
            <a:xfrm>
              <a:off x="7515224" y="3815634"/>
              <a:ext cx="1400175" cy="609600"/>
            </a:xfrm>
            <a:prstGeom prst="parallelogram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41844C8-998F-4A85-9E90-0B509A258678}"/>
                </a:ext>
              </a:extLst>
            </p:cNvPr>
            <p:cNvSpPr txBox="1"/>
            <p:nvPr/>
          </p:nvSpPr>
          <p:spPr>
            <a:xfrm>
              <a:off x="7667625" y="3951157"/>
              <a:ext cx="12858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输出“</a:t>
              </a:r>
              <a:r>
                <a:rPr lang="en-US" altLang="zh-CN" sz="1600" dirty="0">
                  <a:latin typeface="+mj-ea"/>
                  <a:ea typeface="+mj-ea"/>
                </a:rPr>
                <a:t>yes</a:t>
              </a:r>
              <a:r>
                <a:rPr lang="zh-CN" altLang="en-US" sz="1600" dirty="0">
                  <a:latin typeface="+mj-ea"/>
                  <a:ea typeface="+mj-ea"/>
                </a:rPr>
                <a:t>”</a:t>
              </a:r>
            </a:p>
          </p:txBody>
        </p:sp>
      </p:grpSp>
      <p:sp>
        <p:nvSpPr>
          <p:cNvPr id="7" name="菱形 6">
            <a:extLst>
              <a:ext uri="{FF2B5EF4-FFF2-40B4-BE49-F238E27FC236}">
                <a16:creationId xmlns:a16="http://schemas.microsoft.com/office/drawing/2014/main" id="{5DA4CE28-F57A-4F54-8E9C-C1849BB8EDC2}"/>
              </a:ext>
            </a:extLst>
          </p:cNvPr>
          <p:cNvSpPr/>
          <p:nvPr/>
        </p:nvSpPr>
        <p:spPr>
          <a:xfrm>
            <a:off x="7439025" y="2695639"/>
            <a:ext cx="1628773" cy="605487"/>
          </a:xfrm>
          <a:prstGeom prst="diamond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D8D284-9174-4863-AB37-556C00DA4EBE}"/>
              </a:ext>
            </a:extLst>
          </p:cNvPr>
          <p:cNvSpPr txBox="1"/>
          <p:nvPr/>
        </p:nvSpPr>
        <p:spPr>
          <a:xfrm>
            <a:off x="7862886" y="2812783"/>
            <a:ext cx="128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a</a:t>
            </a:r>
            <a:r>
              <a:rPr lang="zh-CN" altLang="en-US" sz="1600" dirty="0">
                <a:latin typeface="+mj-ea"/>
                <a:ea typeface="+mj-ea"/>
              </a:rPr>
              <a:t>是正数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A60B52-DC01-42C6-83D6-9A068DC7E221}"/>
              </a:ext>
            </a:extLst>
          </p:cNvPr>
          <p:cNvSpPr txBox="1"/>
          <p:nvPr/>
        </p:nvSpPr>
        <p:spPr>
          <a:xfrm>
            <a:off x="7727497" y="3286860"/>
            <a:ext cx="6522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yes</a:t>
            </a:r>
          </a:p>
          <a:p>
            <a:endParaRPr lang="zh-CN" altLang="en-US" dirty="0">
              <a:latin typeface="+mj-ea"/>
              <a:ea typeface="+mj-ea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BA57D0C-7D68-497C-A1D4-7FD5A04C243F}"/>
              </a:ext>
            </a:extLst>
          </p:cNvPr>
          <p:cNvGrpSpPr/>
          <p:nvPr/>
        </p:nvGrpSpPr>
        <p:grpSpPr>
          <a:xfrm>
            <a:off x="7727497" y="910971"/>
            <a:ext cx="1526383" cy="746680"/>
            <a:chOff x="7803354" y="918152"/>
            <a:chExt cx="1526383" cy="746680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3353279A-5933-4C73-8FDC-E656A65FF08B}"/>
                </a:ext>
              </a:extLst>
            </p:cNvPr>
            <p:cNvSpPr/>
            <p:nvPr/>
          </p:nvSpPr>
          <p:spPr>
            <a:xfrm>
              <a:off x="7803354" y="918152"/>
              <a:ext cx="1052514" cy="48572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B37BE0CE-A355-4ED9-AC5D-CCFB8FEBD65E}"/>
                </a:ext>
              </a:extLst>
            </p:cNvPr>
            <p:cNvSpPr txBox="1"/>
            <p:nvPr/>
          </p:nvSpPr>
          <p:spPr>
            <a:xfrm>
              <a:off x="8043862" y="1000154"/>
              <a:ext cx="12858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开始</a:t>
              </a: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2D105426-F4AE-442B-96E9-B8852C5161D0}"/>
                </a:ext>
              </a:extLst>
            </p:cNvPr>
            <p:cNvCxnSpPr>
              <a:stCxn id="18" idx="4"/>
              <a:endCxn id="9" idx="1"/>
            </p:cNvCxnSpPr>
            <p:nvPr/>
          </p:nvCxnSpPr>
          <p:spPr>
            <a:xfrm>
              <a:off x="8329611" y="1403874"/>
              <a:ext cx="2" cy="2609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6927806C-EA72-4A33-9372-FAB99DCF6AD5}"/>
              </a:ext>
            </a:extLst>
          </p:cNvPr>
          <p:cNvCxnSpPr>
            <a:stCxn id="25" idx="3"/>
          </p:cNvCxnSpPr>
          <p:nvPr/>
        </p:nvCxnSpPr>
        <p:spPr>
          <a:xfrm>
            <a:off x="9148761" y="2982060"/>
            <a:ext cx="690564" cy="74983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平行四边形 34">
            <a:extLst>
              <a:ext uri="{FF2B5EF4-FFF2-40B4-BE49-F238E27FC236}">
                <a16:creationId xmlns:a16="http://schemas.microsoft.com/office/drawing/2014/main" id="{E6F4F00D-9082-4882-8EAC-7A72E8D7B92F}"/>
              </a:ext>
            </a:extLst>
          </p:cNvPr>
          <p:cNvSpPr/>
          <p:nvPr/>
        </p:nvSpPr>
        <p:spPr>
          <a:xfrm>
            <a:off x="9134475" y="3731895"/>
            <a:ext cx="1400175" cy="609600"/>
          </a:xfrm>
          <a:prstGeom prst="parallelogram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1A85FDC-B707-4AFC-9967-B702E06BD364}"/>
              </a:ext>
            </a:extLst>
          </p:cNvPr>
          <p:cNvSpPr txBox="1"/>
          <p:nvPr/>
        </p:nvSpPr>
        <p:spPr>
          <a:xfrm>
            <a:off x="9262837" y="3880325"/>
            <a:ext cx="128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输出“</a:t>
            </a:r>
            <a:r>
              <a:rPr lang="en-US" altLang="zh-CN" sz="1600" dirty="0">
                <a:latin typeface="+mj-ea"/>
                <a:ea typeface="+mj-ea"/>
              </a:rPr>
              <a:t>no</a:t>
            </a:r>
            <a:r>
              <a:rPr lang="zh-CN" altLang="en-US" sz="1600" dirty="0">
                <a:latin typeface="+mj-ea"/>
                <a:ea typeface="+mj-ea"/>
              </a:rPr>
              <a:t>”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203CD66-B14E-4103-93E6-6CA7B3EE40BD}"/>
              </a:ext>
            </a:extLst>
          </p:cNvPr>
          <p:cNvSpPr txBox="1"/>
          <p:nvPr/>
        </p:nvSpPr>
        <p:spPr>
          <a:xfrm>
            <a:off x="9203641" y="2640529"/>
            <a:ext cx="6522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no</a:t>
            </a:r>
          </a:p>
          <a:p>
            <a:endParaRPr lang="zh-CN" altLang="en-US" dirty="0">
              <a:latin typeface="+mj-ea"/>
              <a:ea typeface="+mj-ea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E0D0532-352F-4982-8953-7563BCF0A3D8}"/>
              </a:ext>
            </a:extLst>
          </p:cNvPr>
          <p:cNvGrpSpPr/>
          <p:nvPr/>
        </p:nvGrpSpPr>
        <p:grpSpPr>
          <a:xfrm>
            <a:off x="7686674" y="4801870"/>
            <a:ext cx="1495769" cy="485722"/>
            <a:chOff x="7758110" y="4908658"/>
            <a:chExt cx="1495769" cy="485722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505DB7B-8B66-4B68-BC6B-0E54CD8C9546}"/>
                </a:ext>
              </a:extLst>
            </p:cNvPr>
            <p:cNvSpPr txBox="1"/>
            <p:nvPr/>
          </p:nvSpPr>
          <p:spPr>
            <a:xfrm>
              <a:off x="7968004" y="4967773"/>
              <a:ext cx="12858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结束</a:t>
              </a:r>
              <a:endParaRPr lang="en-US" altLang="zh-CN" sz="1600" dirty="0">
                <a:latin typeface="+mj-ea"/>
                <a:ea typeface="+mj-ea"/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ECD17D32-555B-4344-BC48-5029C995F902}"/>
                </a:ext>
              </a:extLst>
            </p:cNvPr>
            <p:cNvSpPr/>
            <p:nvPr/>
          </p:nvSpPr>
          <p:spPr>
            <a:xfrm>
              <a:off x="7758110" y="4908658"/>
              <a:ext cx="1052514" cy="48572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CA158011-2B2D-401F-A7C6-3F2C12CE1365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8212931" y="4347468"/>
            <a:ext cx="21428" cy="4544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4452ADB2-E9E0-4BB7-BBC3-4658B0DE3DEA}"/>
              </a:ext>
            </a:extLst>
          </p:cNvPr>
          <p:cNvCxnSpPr>
            <a:stCxn id="35" idx="4"/>
            <a:endCxn id="38" idx="6"/>
          </p:cNvCxnSpPr>
          <p:nvPr/>
        </p:nvCxnSpPr>
        <p:spPr>
          <a:xfrm rot="5400000">
            <a:off x="8935258" y="4145426"/>
            <a:ext cx="703236" cy="109537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92312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0A2A83D-E5AD-4A80-A527-158AADD599C2}"/>
              </a:ext>
            </a:extLst>
          </p:cNvPr>
          <p:cNvSpPr txBox="1"/>
          <p:nvPr/>
        </p:nvSpPr>
        <p:spPr>
          <a:xfrm>
            <a:off x="479743" y="668329"/>
            <a:ext cx="4330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五、循环结构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451DBE-D5AE-4341-90A4-BD1E83A87E5A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60198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初始化</a:t>
            </a:r>
            <a:r>
              <a:rPr lang="en-US" altLang="zh-CN" sz="2000" dirty="0">
                <a:latin typeface="+mj-ea"/>
                <a:ea typeface="+mj-ea"/>
              </a:rPr>
              <a:t>+</a:t>
            </a:r>
            <a:r>
              <a:rPr lang="zh-CN" altLang="en-US" sz="2000" dirty="0">
                <a:latin typeface="+mj-ea"/>
                <a:ea typeface="+mj-ea"/>
              </a:rPr>
              <a:t>条件</a:t>
            </a:r>
            <a:r>
              <a:rPr lang="en-US" altLang="zh-CN" sz="2000" dirty="0">
                <a:latin typeface="+mj-ea"/>
                <a:ea typeface="+mj-ea"/>
              </a:rPr>
              <a:t>+</a:t>
            </a:r>
            <a:r>
              <a:rPr lang="zh-CN" altLang="en-US" sz="2000" dirty="0">
                <a:latin typeface="+mj-ea"/>
                <a:ea typeface="+mj-ea"/>
              </a:rPr>
              <a:t>体</a:t>
            </a:r>
            <a:r>
              <a:rPr lang="en-US" altLang="zh-CN" sz="2000" dirty="0">
                <a:latin typeface="+mj-ea"/>
                <a:ea typeface="+mj-ea"/>
              </a:rPr>
              <a:t>+</a:t>
            </a:r>
            <a:r>
              <a:rPr lang="zh-CN" altLang="en-US" sz="2000" dirty="0">
                <a:latin typeface="+mj-ea"/>
                <a:ea typeface="+mj-ea"/>
              </a:rPr>
              <a:t>更新</a:t>
            </a:r>
            <a:endParaRPr lang="en-US" altLang="zh-CN" sz="2000" dirty="0">
              <a:latin typeface="+mj-ea"/>
              <a:ea typeface="+mj-ea"/>
            </a:endParaRPr>
          </a:p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示例：计算</a:t>
            </a:r>
            <a:r>
              <a:rPr lang="en-US" altLang="zh-CN" sz="2000" dirty="0">
                <a:latin typeface="+mj-ea"/>
                <a:ea typeface="+mj-ea"/>
              </a:rPr>
              <a:t>1</a:t>
            </a:r>
            <a:r>
              <a:rPr lang="zh-CN" altLang="en-US" sz="2000" dirty="0">
                <a:latin typeface="+mj-ea"/>
                <a:ea typeface="+mj-ea"/>
              </a:rPr>
              <a:t>到</a:t>
            </a:r>
            <a:r>
              <a:rPr lang="en-US" sz="2000" dirty="0">
                <a:latin typeface="+mj-ea"/>
                <a:ea typeface="+mj-ea"/>
              </a:rPr>
              <a:t>N</a:t>
            </a:r>
            <a:r>
              <a:rPr lang="zh-CN" altLang="en-US" sz="2000" dirty="0">
                <a:latin typeface="+mj-ea"/>
                <a:ea typeface="+mj-ea"/>
              </a:rPr>
              <a:t>的和</a:t>
            </a:r>
          </a:p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流程：输入</a:t>
            </a:r>
            <a:r>
              <a:rPr lang="en-US" sz="2000" dirty="0">
                <a:latin typeface="+mj-ea"/>
                <a:ea typeface="+mj-ea"/>
              </a:rPr>
              <a:t>N → </a:t>
            </a:r>
            <a:r>
              <a:rPr lang="zh-CN" altLang="en-US" sz="2000" dirty="0">
                <a:latin typeface="+mj-ea"/>
                <a:ea typeface="+mj-ea"/>
              </a:rPr>
              <a:t>初始化</a:t>
            </a:r>
            <a:r>
              <a:rPr lang="en-US" sz="2000" dirty="0">
                <a:latin typeface="+mj-ea"/>
                <a:ea typeface="+mj-ea"/>
              </a:rPr>
              <a:t>sum=0,i=1 → </a:t>
            </a:r>
            <a:r>
              <a:rPr lang="zh-CN" altLang="en-US" sz="2000" dirty="0">
                <a:latin typeface="+mj-ea"/>
                <a:ea typeface="+mj-ea"/>
              </a:rPr>
              <a:t>判断</a:t>
            </a:r>
            <a:r>
              <a:rPr lang="en-US" sz="2000" dirty="0" err="1">
                <a:latin typeface="+mj-ea"/>
                <a:ea typeface="+mj-ea"/>
              </a:rPr>
              <a:t>i≤N</a:t>
            </a:r>
            <a:r>
              <a:rPr lang="en-US" sz="2000" dirty="0">
                <a:latin typeface="+mj-ea"/>
                <a:ea typeface="+mj-ea"/>
              </a:rPr>
              <a:t> → </a:t>
            </a:r>
            <a:r>
              <a:rPr lang="zh-CN" altLang="en-US" sz="2000" dirty="0">
                <a:latin typeface="+mj-ea"/>
                <a:ea typeface="+mj-ea"/>
              </a:rPr>
              <a:t>是→</a:t>
            </a:r>
            <a:r>
              <a:rPr lang="en-US" sz="2000" dirty="0">
                <a:latin typeface="+mj-ea"/>
                <a:ea typeface="+mj-ea"/>
              </a:rPr>
              <a:t>sum+=</a:t>
            </a:r>
            <a:r>
              <a:rPr lang="en-US" sz="2000" dirty="0" err="1">
                <a:latin typeface="+mj-ea"/>
                <a:ea typeface="+mj-ea"/>
              </a:rPr>
              <a:t>I,i</a:t>
            </a:r>
            <a:r>
              <a:rPr lang="en-US" sz="2000" dirty="0">
                <a:latin typeface="+mj-ea"/>
                <a:ea typeface="+mj-ea"/>
              </a:rPr>
              <a:t>++→</a:t>
            </a:r>
            <a:r>
              <a:rPr lang="zh-CN" altLang="en-US" sz="2000" dirty="0">
                <a:latin typeface="+mj-ea"/>
                <a:ea typeface="+mj-ea"/>
              </a:rPr>
              <a:t>回判断</a:t>
            </a:r>
          </a:p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对应</a:t>
            </a:r>
            <a:r>
              <a:rPr lang="en-US" sz="2000" dirty="0">
                <a:latin typeface="+mj-ea"/>
                <a:ea typeface="+mj-ea"/>
              </a:rPr>
              <a:t>C</a:t>
            </a:r>
            <a:r>
              <a:rPr lang="zh-CN" altLang="en-US" sz="2000" dirty="0">
                <a:latin typeface="+mj-ea"/>
                <a:ea typeface="+mj-ea"/>
              </a:rPr>
              <a:t>代码：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F21F8B-3A3D-4FBF-B5FB-F3B6B0E6E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2" y="4061283"/>
            <a:ext cx="3979225" cy="1438275"/>
          </a:xfrm>
          <a:prstGeom prst="rect">
            <a:avLst/>
          </a:prstGeom>
        </p:spPr>
      </p:pic>
      <p:sp>
        <p:nvSpPr>
          <p:cNvPr id="7" name="平行四边形 6">
            <a:extLst>
              <a:ext uri="{FF2B5EF4-FFF2-40B4-BE49-F238E27FC236}">
                <a16:creationId xmlns:a16="http://schemas.microsoft.com/office/drawing/2014/main" id="{2D539345-C195-4E6A-87AB-BF9F6EE46CB4}"/>
              </a:ext>
            </a:extLst>
          </p:cNvPr>
          <p:cNvSpPr/>
          <p:nvPr/>
        </p:nvSpPr>
        <p:spPr>
          <a:xfrm>
            <a:off x="7553325" y="1664832"/>
            <a:ext cx="1400175" cy="609600"/>
          </a:xfrm>
          <a:prstGeom prst="parallelogram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2EB48E7-2A58-4AA7-BFD4-027C6C244A6C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8253413" y="2274432"/>
            <a:ext cx="0" cy="4086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E6D8B7E-E6A5-44DF-92BB-660938547FD4}"/>
              </a:ext>
            </a:extLst>
          </p:cNvPr>
          <p:cNvCxnSpPr>
            <a:cxnSpLocks/>
          </p:cNvCxnSpPr>
          <p:nvPr/>
        </p:nvCxnSpPr>
        <p:spPr>
          <a:xfrm>
            <a:off x="8253411" y="4339351"/>
            <a:ext cx="0" cy="3945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EA5901F-D7CF-45B8-A5E0-F046322203FB}"/>
              </a:ext>
            </a:extLst>
          </p:cNvPr>
          <p:cNvSpPr txBox="1"/>
          <p:nvPr/>
        </p:nvSpPr>
        <p:spPr>
          <a:xfrm>
            <a:off x="7862887" y="1787273"/>
            <a:ext cx="128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输入</a:t>
            </a:r>
            <a:r>
              <a:rPr lang="en-US" altLang="zh-CN" sz="1600" dirty="0">
                <a:latin typeface="+mj-ea"/>
                <a:ea typeface="+mj-ea"/>
              </a:rPr>
              <a:t>N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57437EA-9F00-4A81-AF72-4CAAC9754078}"/>
              </a:ext>
            </a:extLst>
          </p:cNvPr>
          <p:cNvSpPr txBox="1"/>
          <p:nvPr/>
        </p:nvSpPr>
        <p:spPr>
          <a:xfrm>
            <a:off x="7503431" y="4924523"/>
            <a:ext cx="1752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sum+=1,i++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15" name="菱形 14">
            <a:extLst>
              <a:ext uri="{FF2B5EF4-FFF2-40B4-BE49-F238E27FC236}">
                <a16:creationId xmlns:a16="http://schemas.microsoft.com/office/drawing/2014/main" id="{E718D2BB-81FA-4B86-A89E-ACB0DFEE9BBF}"/>
              </a:ext>
            </a:extLst>
          </p:cNvPr>
          <p:cNvSpPr/>
          <p:nvPr/>
        </p:nvSpPr>
        <p:spPr>
          <a:xfrm>
            <a:off x="7439025" y="3733864"/>
            <a:ext cx="1628773" cy="605487"/>
          </a:xfrm>
          <a:prstGeom prst="diamond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8163E89-F551-4615-9C4F-048747ACB0E1}"/>
              </a:ext>
            </a:extLst>
          </p:cNvPr>
          <p:cNvSpPr txBox="1"/>
          <p:nvPr/>
        </p:nvSpPr>
        <p:spPr>
          <a:xfrm>
            <a:off x="7953260" y="3850115"/>
            <a:ext cx="128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+mj-ea"/>
                <a:ea typeface="+mj-ea"/>
              </a:rPr>
              <a:t>i</a:t>
            </a:r>
            <a:r>
              <a:rPr lang="en-US" altLang="zh-CN" sz="1600" dirty="0">
                <a:latin typeface="+mj-ea"/>
                <a:ea typeface="+mj-ea"/>
              </a:rPr>
              <a:t>&lt;=N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1902A66-D20E-4A76-952D-DC4171C3500D}"/>
              </a:ext>
            </a:extLst>
          </p:cNvPr>
          <p:cNvSpPr txBox="1"/>
          <p:nvPr/>
        </p:nvSpPr>
        <p:spPr>
          <a:xfrm>
            <a:off x="7727497" y="4325085"/>
            <a:ext cx="6522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yes</a:t>
            </a:r>
          </a:p>
          <a:p>
            <a:endParaRPr lang="zh-CN" altLang="en-US" dirty="0">
              <a:latin typeface="+mj-ea"/>
              <a:ea typeface="+mj-ea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81E19C0-F697-4EB0-B7B0-11C07EFA60E6}"/>
              </a:ext>
            </a:extLst>
          </p:cNvPr>
          <p:cNvGrpSpPr/>
          <p:nvPr/>
        </p:nvGrpSpPr>
        <p:grpSpPr>
          <a:xfrm>
            <a:off x="7727497" y="910971"/>
            <a:ext cx="1526383" cy="746680"/>
            <a:chOff x="7803354" y="918152"/>
            <a:chExt cx="1526383" cy="746680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2F53B0FB-9B82-425C-A01F-C69B23E1173C}"/>
                </a:ext>
              </a:extLst>
            </p:cNvPr>
            <p:cNvSpPr/>
            <p:nvPr/>
          </p:nvSpPr>
          <p:spPr>
            <a:xfrm>
              <a:off x="7803354" y="918152"/>
              <a:ext cx="1052514" cy="48572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3FDF2A2-86F1-4FBA-9F60-462606F166CE}"/>
                </a:ext>
              </a:extLst>
            </p:cNvPr>
            <p:cNvSpPr txBox="1"/>
            <p:nvPr/>
          </p:nvSpPr>
          <p:spPr>
            <a:xfrm>
              <a:off x="8043862" y="1000154"/>
              <a:ext cx="12858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开始</a:t>
              </a:r>
            </a:p>
          </p:txBody>
        </p: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57904C81-7838-43AB-B08D-2C618246137F}"/>
                </a:ext>
              </a:extLst>
            </p:cNvPr>
            <p:cNvCxnSpPr>
              <a:stCxn id="19" idx="4"/>
              <a:endCxn id="7" idx="1"/>
            </p:cNvCxnSpPr>
            <p:nvPr/>
          </p:nvCxnSpPr>
          <p:spPr>
            <a:xfrm>
              <a:off x="8329611" y="1403874"/>
              <a:ext cx="2" cy="2609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397675BE-84D7-461E-AE8B-9E6D4B65E46E}"/>
              </a:ext>
            </a:extLst>
          </p:cNvPr>
          <p:cNvSpPr txBox="1"/>
          <p:nvPr/>
        </p:nvSpPr>
        <p:spPr>
          <a:xfrm>
            <a:off x="9215493" y="3705998"/>
            <a:ext cx="6522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no</a:t>
            </a:r>
          </a:p>
          <a:p>
            <a:endParaRPr lang="zh-CN" altLang="en-US" dirty="0">
              <a:latin typeface="+mj-ea"/>
              <a:ea typeface="+mj-ea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C8A960C-978B-41A0-AE98-B3C90CAA4035}"/>
              </a:ext>
            </a:extLst>
          </p:cNvPr>
          <p:cNvGrpSpPr/>
          <p:nvPr/>
        </p:nvGrpSpPr>
        <p:grpSpPr>
          <a:xfrm>
            <a:off x="9889272" y="4940638"/>
            <a:ext cx="1495769" cy="485722"/>
            <a:chOff x="7758110" y="4908658"/>
            <a:chExt cx="1495769" cy="485722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BA6B77F-6A5F-441C-BDBF-F5F9DD7F00BC}"/>
                </a:ext>
              </a:extLst>
            </p:cNvPr>
            <p:cNvSpPr txBox="1"/>
            <p:nvPr/>
          </p:nvSpPr>
          <p:spPr>
            <a:xfrm>
              <a:off x="7968004" y="4967773"/>
              <a:ext cx="12858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结束</a:t>
              </a:r>
              <a:endParaRPr lang="en-US" altLang="zh-CN" sz="1600" dirty="0">
                <a:latin typeface="+mj-ea"/>
                <a:ea typeface="+mj-ea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2EF4C190-8343-4551-9D46-21E793C49B75}"/>
                </a:ext>
              </a:extLst>
            </p:cNvPr>
            <p:cNvSpPr/>
            <p:nvPr/>
          </p:nvSpPr>
          <p:spPr>
            <a:xfrm>
              <a:off x="7758110" y="4908658"/>
              <a:ext cx="1052514" cy="48572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86548DE0-6788-49CE-8E86-0D433279CDED}"/>
              </a:ext>
            </a:extLst>
          </p:cNvPr>
          <p:cNvSpPr/>
          <p:nvPr/>
        </p:nvSpPr>
        <p:spPr>
          <a:xfrm>
            <a:off x="7590062" y="2673544"/>
            <a:ext cx="1245738" cy="62955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45B25F0-2333-4111-8AFD-541A45EAC54A}"/>
              </a:ext>
            </a:extLst>
          </p:cNvPr>
          <p:cNvSpPr txBox="1"/>
          <p:nvPr/>
        </p:nvSpPr>
        <p:spPr>
          <a:xfrm>
            <a:off x="7648573" y="2812503"/>
            <a:ext cx="128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sum=0,i=1</a:t>
            </a:r>
            <a:endParaRPr lang="zh-CN" altLang="en-US" sz="1600" dirty="0">
              <a:latin typeface="+mj-ea"/>
              <a:ea typeface="+mj-ea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A047230-21FD-40E6-8A0B-0A434AE4E55D}"/>
              </a:ext>
            </a:extLst>
          </p:cNvPr>
          <p:cNvCxnSpPr>
            <a:cxnSpLocks/>
          </p:cNvCxnSpPr>
          <p:nvPr/>
        </p:nvCxnSpPr>
        <p:spPr>
          <a:xfrm>
            <a:off x="8253411" y="3325213"/>
            <a:ext cx="0" cy="4086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0504EA87-5286-4D2E-BFAC-2584AE846BE2}"/>
              </a:ext>
            </a:extLst>
          </p:cNvPr>
          <p:cNvCxnSpPr>
            <a:stCxn id="14" idx="1"/>
            <a:endCxn id="15" idx="1"/>
          </p:cNvCxnSpPr>
          <p:nvPr/>
        </p:nvCxnSpPr>
        <p:spPr>
          <a:xfrm rot="10800000">
            <a:off x="7439025" y="4036608"/>
            <a:ext cx="64406" cy="1057192"/>
          </a:xfrm>
          <a:prstGeom prst="bentConnector3">
            <a:avLst>
              <a:gd name="adj1" fmla="val 824661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413BC1D9-6992-430B-99C2-B63F9995872E}"/>
              </a:ext>
            </a:extLst>
          </p:cNvPr>
          <p:cNvCxnSpPr>
            <a:cxnSpLocks/>
          </p:cNvCxnSpPr>
          <p:nvPr/>
        </p:nvCxnSpPr>
        <p:spPr>
          <a:xfrm>
            <a:off x="9067798" y="4036607"/>
            <a:ext cx="6855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CA71DADB-98AE-42D6-BE5A-CA8C1CF9F1B0}"/>
              </a:ext>
            </a:extLst>
          </p:cNvPr>
          <p:cNvSpPr/>
          <p:nvPr/>
        </p:nvSpPr>
        <p:spPr>
          <a:xfrm>
            <a:off x="7553325" y="4790413"/>
            <a:ext cx="1366610" cy="62955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平行四边形 43">
            <a:extLst>
              <a:ext uri="{FF2B5EF4-FFF2-40B4-BE49-F238E27FC236}">
                <a16:creationId xmlns:a16="http://schemas.microsoft.com/office/drawing/2014/main" id="{9643D4C7-9D25-49F1-ADCD-0A6DF71B75B0}"/>
              </a:ext>
            </a:extLst>
          </p:cNvPr>
          <p:cNvSpPr/>
          <p:nvPr/>
        </p:nvSpPr>
        <p:spPr>
          <a:xfrm>
            <a:off x="9722414" y="3756483"/>
            <a:ext cx="1400175" cy="609600"/>
          </a:xfrm>
          <a:prstGeom prst="parallelogram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0DE9569-C301-432C-9154-B45C9ADF0168}"/>
              </a:ext>
            </a:extLst>
          </p:cNvPr>
          <p:cNvSpPr txBox="1"/>
          <p:nvPr/>
        </p:nvSpPr>
        <p:spPr>
          <a:xfrm>
            <a:off x="9994220" y="3892006"/>
            <a:ext cx="128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输出</a:t>
            </a:r>
            <a:r>
              <a:rPr lang="en-US" altLang="zh-CN" sz="1600" dirty="0">
                <a:latin typeface="+mj-ea"/>
                <a:ea typeface="+mj-ea"/>
              </a:rPr>
              <a:t>sum</a:t>
            </a:r>
            <a:endParaRPr lang="zh-CN" altLang="en-US" sz="1600" dirty="0">
              <a:latin typeface="+mj-ea"/>
              <a:ea typeface="+mj-ea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5EC5184-48FF-4507-AD31-528392469455}"/>
              </a:ext>
            </a:extLst>
          </p:cNvPr>
          <p:cNvCxnSpPr>
            <a:cxnSpLocks/>
          </p:cNvCxnSpPr>
          <p:nvPr/>
        </p:nvCxnSpPr>
        <p:spPr>
          <a:xfrm>
            <a:off x="10408214" y="4402218"/>
            <a:ext cx="0" cy="5223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918578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0A2A83D-E5AD-4A80-A527-158AADD599C2}"/>
              </a:ext>
            </a:extLst>
          </p:cNvPr>
          <p:cNvSpPr txBox="1"/>
          <p:nvPr/>
        </p:nvSpPr>
        <p:spPr>
          <a:xfrm>
            <a:off x="479743" y="668329"/>
            <a:ext cx="5187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六、流程图与伪代码的对应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BA709D-AEA4-42F9-ABE7-C2FA0836FB16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示例：求三个数中的最大值</a:t>
            </a:r>
          </a:p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伪代码：</a:t>
            </a:r>
          </a:p>
          <a:p>
            <a:pPr lvl="1">
              <a:spcAft>
                <a:spcPts val="1000"/>
              </a:spcAft>
              <a:defRPr sz="2000"/>
            </a:pPr>
            <a:r>
              <a:rPr lang="zh-CN" altLang="en-US" sz="1600" dirty="0">
                <a:latin typeface="+mj-ea"/>
                <a:ea typeface="+mj-ea"/>
              </a:rPr>
              <a:t>输入 </a:t>
            </a:r>
            <a:r>
              <a:rPr lang="en-US" altLang="zh-CN" sz="1600" dirty="0" err="1">
                <a:latin typeface="+mj-ea"/>
                <a:ea typeface="+mj-ea"/>
              </a:rPr>
              <a:t>a,b,c</a:t>
            </a:r>
            <a:endParaRPr lang="zh-CN" altLang="en-US" sz="1600" dirty="0">
              <a:latin typeface="+mj-ea"/>
              <a:ea typeface="+mj-ea"/>
            </a:endParaRPr>
          </a:p>
          <a:p>
            <a:pPr lvl="1">
              <a:spcAft>
                <a:spcPts val="1000"/>
              </a:spcAft>
              <a:defRPr sz="2000"/>
            </a:pPr>
            <a:r>
              <a:rPr lang="en-US" altLang="zh-CN" sz="1600" dirty="0">
                <a:latin typeface="+mj-ea"/>
                <a:ea typeface="+mj-ea"/>
              </a:rPr>
              <a:t>max = a</a:t>
            </a:r>
          </a:p>
          <a:p>
            <a:pPr lvl="1">
              <a:spcAft>
                <a:spcPts val="1000"/>
              </a:spcAft>
              <a:defRPr sz="2000"/>
            </a:pPr>
            <a:r>
              <a:rPr lang="zh-CN" altLang="en-US" sz="1600" dirty="0">
                <a:latin typeface="+mj-ea"/>
                <a:ea typeface="+mj-ea"/>
              </a:rPr>
              <a:t>如果 </a:t>
            </a:r>
            <a:r>
              <a:rPr lang="en-US" altLang="zh-CN" sz="1600" dirty="0">
                <a:latin typeface="+mj-ea"/>
                <a:ea typeface="+mj-ea"/>
              </a:rPr>
              <a:t>b &gt; max, max = b</a:t>
            </a:r>
          </a:p>
          <a:p>
            <a:pPr lvl="1">
              <a:spcAft>
                <a:spcPts val="1000"/>
              </a:spcAft>
              <a:defRPr sz="2000"/>
            </a:pPr>
            <a:r>
              <a:rPr lang="zh-CN" altLang="en-US" sz="1600" dirty="0">
                <a:latin typeface="+mj-ea"/>
                <a:ea typeface="+mj-ea"/>
              </a:rPr>
              <a:t>如果 </a:t>
            </a:r>
            <a:r>
              <a:rPr lang="en-US" altLang="zh-CN" sz="1600" dirty="0">
                <a:latin typeface="+mj-ea"/>
                <a:ea typeface="+mj-ea"/>
              </a:rPr>
              <a:t>c &gt; max, max = c</a:t>
            </a:r>
          </a:p>
          <a:p>
            <a:pPr lvl="1">
              <a:spcAft>
                <a:spcPts val="1000"/>
              </a:spcAft>
              <a:defRPr sz="2000"/>
            </a:pPr>
            <a:r>
              <a:rPr lang="zh-CN" altLang="en-US" sz="1600" dirty="0">
                <a:latin typeface="+mj-ea"/>
                <a:ea typeface="+mj-ea"/>
              </a:rPr>
              <a:t>输出 </a:t>
            </a:r>
            <a:r>
              <a:rPr lang="en-US" altLang="zh-CN" sz="1600" dirty="0">
                <a:latin typeface="+mj-ea"/>
                <a:ea typeface="+mj-ea"/>
              </a:rPr>
              <a:t>max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E489964-C5B3-4C8E-BF42-B309B002E504}"/>
              </a:ext>
            </a:extLst>
          </p:cNvPr>
          <p:cNvSpPr txBox="1"/>
          <p:nvPr/>
        </p:nvSpPr>
        <p:spPr>
          <a:xfrm>
            <a:off x="9514621" y="4671989"/>
            <a:ext cx="175260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max = c</a:t>
            </a:r>
            <a:endParaRPr lang="zh-CN" altLang="en-US" sz="1600" dirty="0">
              <a:latin typeface="+mj-ea"/>
              <a:ea typeface="+mj-ea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F626BBE1-377F-4A03-BCB7-C1254C7B7BEC}"/>
              </a:ext>
            </a:extLst>
          </p:cNvPr>
          <p:cNvGrpSpPr/>
          <p:nvPr/>
        </p:nvGrpSpPr>
        <p:grpSpPr>
          <a:xfrm>
            <a:off x="7226588" y="5971050"/>
            <a:ext cx="1495769" cy="485722"/>
            <a:chOff x="7758110" y="4908658"/>
            <a:chExt cx="1495769" cy="485722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CE4EF8E-CF48-43B7-90AF-D54865AA75AC}"/>
                </a:ext>
              </a:extLst>
            </p:cNvPr>
            <p:cNvSpPr txBox="1"/>
            <p:nvPr/>
          </p:nvSpPr>
          <p:spPr>
            <a:xfrm>
              <a:off x="7968004" y="4967773"/>
              <a:ext cx="1285875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结束</a:t>
              </a:r>
              <a:endParaRPr lang="en-US" altLang="zh-CN" sz="1600" dirty="0">
                <a:latin typeface="+mj-ea"/>
                <a:ea typeface="+mj-ea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D67CA2D6-FCDB-49CA-B920-62B5424005D6}"/>
                </a:ext>
              </a:extLst>
            </p:cNvPr>
            <p:cNvSpPr/>
            <p:nvPr/>
          </p:nvSpPr>
          <p:spPr>
            <a:xfrm>
              <a:off x="7758110" y="4908658"/>
              <a:ext cx="1052514" cy="48572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152F638-E193-4B40-8A74-567933E45A78}"/>
              </a:ext>
            </a:extLst>
          </p:cNvPr>
          <p:cNvGrpSpPr/>
          <p:nvPr/>
        </p:nvGrpSpPr>
        <p:grpSpPr>
          <a:xfrm>
            <a:off x="5395408" y="1374885"/>
            <a:ext cx="5522792" cy="3579365"/>
            <a:chOff x="5874543" y="1664832"/>
            <a:chExt cx="5522792" cy="3579365"/>
          </a:xfrm>
        </p:grpSpPr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1D8413D2-BC34-460C-AD83-FB915921F7C3}"/>
                </a:ext>
              </a:extLst>
            </p:cNvPr>
            <p:cNvSpPr/>
            <p:nvPr/>
          </p:nvSpPr>
          <p:spPr>
            <a:xfrm>
              <a:off x="7477125" y="1664832"/>
              <a:ext cx="1400175" cy="609600"/>
            </a:xfrm>
            <a:prstGeom prst="parallelogram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9CF101BD-D552-4DCF-8B5D-2C707BB37121}"/>
                </a:ext>
              </a:extLst>
            </p:cNvPr>
            <p:cNvCxnSpPr>
              <a:cxnSpLocks/>
              <a:stCxn id="6" idx="4"/>
            </p:cNvCxnSpPr>
            <p:nvPr/>
          </p:nvCxnSpPr>
          <p:spPr>
            <a:xfrm>
              <a:off x="8177213" y="2274432"/>
              <a:ext cx="0" cy="4086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81CA322B-C27F-4386-BF34-9AF65C9A305C}"/>
                </a:ext>
              </a:extLst>
            </p:cNvPr>
            <p:cNvCxnSpPr>
              <a:cxnSpLocks/>
            </p:cNvCxnSpPr>
            <p:nvPr/>
          </p:nvCxnSpPr>
          <p:spPr>
            <a:xfrm>
              <a:off x="8177211" y="4339351"/>
              <a:ext cx="0" cy="3945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D88530F-D144-408C-B9F2-23202334C072}"/>
                </a:ext>
              </a:extLst>
            </p:cNvPr>
            <p:cNvSpPr txBox="1"/>
            <p:nvPr/>
          </p:nvSpPr>
          <p:spPr>
            <a:xfrm>
              <a:off x="7705723" y="1787855"/>
              <a:ext cx="12858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j-ea"/>
                  <a:ea typeface="+mj-ea"/>
                </a:rPr>
                <a:t>输入</a:t>
              </a:r>
              <a:r>
                <a:rPr lang="en-US" altLang="zh-CN" sz="1600" dirty="0" err="1">
                  <a:latin typeface="+mj-ea"/>
                  <a:ea typeface="+mj-ea"/>
                </a:rPr>
                <a:t>a,b,c</a:t>
              </a:r>
              <a:endParaRPr lang="zh-CN" altLang="en-US" sz="1600" dirty="0">
                <a:latin typeface="+mj-ea"/>
                <a:ea typeface="+mj-ea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ED36A39-4A5F-4EAC-8C67-3422DC9AC5D3}"/>
                </a:ext>
              </a:extLst>
            </p:cNvPr>
            <p:cNvSpPr txBox="1"/>
            <p:nvPr/>
          </p:nvSpPr>
          <p:spPr>
            <a:xfrm>
              <a:off x="7689395" y="4905643"/>
              <a:ext cx="175260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j-ea"/>
                  <a:ea typeface="+mj-ea"/>
                </a:rPr>
                <a:t>max = b</a:t>
              </a:r>
              <a:endParaRPr lang="zh-CN" altLang="en-US" sz="1600" dirty="0">
                <a:latin typeface="+mj-ea"/>
                <a:ea typeface="+mj-ea"/>
              </a:endParaRPr>
            </a:p>
          </p:txBody>
        </p:sp>
        <p:sp>
          <p:nvSpPr>
            <p:cNvPr id="14" name="菱形 13">
              <a:extLst>
                <a:ext uri="{FF2B5EF4-FFF2-40B4-BE49-F238E27FC236}">
                  <a16:creationId xmlns:a16="http://schemas.microsoft.com/office/drawing/2014/main" id="{E345FAD1-C0D5-46B3-AC36-2040144B06BB}"/>
                </a:ext>
              </a:extLst>
            </p:cNvPr>
            <p:cNvSpPr/>
            <p:nvPr/>
          </p:nvSpPr>
          <p:spPr>
            <a:xfrm>
              <a:off x="7362825" y="3733864"/>
              <a:ext cx="1628773" cy="605487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DAB190C-C485-4138-8442-A19C18B98FBC}"/>
                </a:ext>
              </a:extLst>
            </p:cNvPr>
            <p:cNvSpPr txBox="1"/>
            <p:nvPr/>
          </p:nvSpPr>
          <p:spPr>
            <a:xfrm>
              <a:off x="7801258" y="3849618"/>
              <a:ext cx="12858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j-ea"/>
                  <a:ea typeface="+mj-ea"/>
                </a:rPr>
                <a:t>b&gt;max</a:t>
              </a:r>
              <a:endParaRPr lang="zh-CN" altLang="en-US" sz="1600" dirty="0">
                <a:latin typeface="+mj-ea"/>
                <a:ea typeface="+mj-ea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14EE0B1-76A4-40D9-BCCD-1CA7C083105F}"/>
                </a:ext>
              </a:extLst>
            </p:cNvPr>
            <p:cNvSpPr txBox="1"/>
            <p:nvPr/>
          </p:nvSpPr>
          <p:spPr>
            <a:xfrm>
              <a:off x="7651297" y="4325085"/>
              <a:ext cx="652236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j-ea"/>
                  <a:ea typeface="+mj-ea"/>
                </a:rPr>
                <a:t>yes</a:t>
              </a:r>
            </a:p>
            <a:p>
              <a:endParaRPr lang="zh-CN" altLang="en-US" dirty="0">
                <a:latin typeface="+mj-ea"/>
                <a:ea typeface="+mj-ea"/>
              </a:endParaRP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0EF88230-250D-45BB-A272-F5E10653BA7F}"/>
                </a:ext>
              </a:extLst>
            </p:cNvPr>
            <p:cNvGrpSpPr/>
            <p:nvPr/>
          </p:nvGrpSpPr>
          <p:grpSpPr>
            <a:xfrm>
              <a:off x="5874543" y="1726771"/>
              <a:ext cx="1526383" cy="485722"/>
              <a:chOff x="7803354" y="918152"/>
              <a:chExt cx="1526383" cy="485722"/>
            </a:xfrm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B1C41876-E804-4856-93F9-0815FF0260F9}"/>
                  </a:ext>
                </a:extLst>
              </p:cNvPr>
              <p:cNvSpPr/>
              <p:nvPr/>
            </p:nvSpPr>
            <p:spPr>
              <a:xfrm>
                <a:off x="7803354" y="918152"/>
                <a:ext cx="1052514" cy="48572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C350DB5-8B52-44DC-A7F1-B150A7225304}"/>
                  </a:ext>
                </a:extLst>
              </p:cNvPr>
              <p:cNvSpPr txBox="1"/>
              <p:nvPr/>
            </p:nvSpPr>
            <p:spPr>
              <a:xfrm>
                <a:off x="8043862" y="1000154"/>
                <a:ext cx="12858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+mj-ea"/>
                    <a:ea typeface="+mj-ea"/>
                  </a:rPr>
                  <a:t>开始</a:t>
                </a:r>
              </a:p>
            </p:txBody>
          </p:sp>
        </p:grp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D785A65-D997-41C6-AC9E-5132C5AFCA07}"/>
                </a:ext>
              </a:extLst>
            </p:cNvPr>
            <p:cNvSpPr txBox="1"/>
            <p:nvPr/>
          </p:nvSpPr>
          <p:spPr>
            <a:xfrm>
              <a:off x="9139293" y="3705998"/>
              <a:ext cx="652236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j-ea"/>
                  <a:ea typeface="+mj-ea"/>
                </a:rPr>
                <a:t>no</a:t>
              </a:r>
            </a:p>
            <a:p>
              <a:endParaRPr lang="zh-CN" altLang="en-US" dirty="0">
                <a:latin typeface="+mj-ea"/>
                <a:ea typeface="+mj-ea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426BE2A-749D-4F9B-A2AD-B63DE33F7979}"/>
                </a:ext>
              </a:extLst>
            </p:cNvPr>
            <p:cNvSpPr/>
            <p:nvPr/>
          </p:nvSpPr>
          <p:spPr>
            <a:xfrm>
              <a:off x="7513862" y="2673544"/>
              <a:ext cx="1245738" cy="62955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7ABD366-6A4B-4B6E-A5AD-2A665068C5F0}"/>
                </a:ext>
              </a:extLst>
            </p:cNvPr>
            <p:cNvSpPr txBox="1"/>
            <p:nvPr/>
          </p:nvSpPr>
          <p:spPr>
            <a:xfrm>
              <a:off x="7572373" y="2812503"/>
              <a:ext cx="12858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j-ea"/>
                  <a:ea typeface="+mj-ea"/>
                </a:rPr>
                <a:t>max = a</a:t>
              </a:r>
              <a:endParaRPr lang="zh-CN" altLang="en-US" sz="1600" dirty="0">
                <a:latin typeface="+mj-ea"/>
                <a:ea typeface="+mj-ea"/>
              </a:endParaRP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8B6EF345-167C-41F5-BEF9-E299A8034B91}"/>
                </a:ext>
              </a:extLst>
            </p:cNvPr>
            <p:cNvCxnSpPr>
              <a:cxnSpLocks/>
            </p:cNvCxnSpPr>
            <p:nvPr/>
          </p:nvCxnSpPr>
          <p:spPr>
            <a:xfrm>
              <a:off x="8177211" y="3325213"/>
              <a:ext cx="0" cy="4086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FF6201FF-78DE-42E4-BB4A-6B57B2692D33}"/>
                </a:ext>
              </a:extLst>
            </p:cNvPr>
            <p:cNvCxnSpPr>
              <a:cxnSpLocks/>
            </p:cNvCxnSpPr>
            <p:nvPr/>
          </p:nvCxnSpPr>
          <p:spPr>
            <a:xfrm>
              <a:off x="8991598" y="4036607"/>
              <a:ext cx="6855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菱形 30">
              <a:extLst>
                <a:ext uri="{FF2B5EF4-FFF2-40B4-BE49-F238E27FC236}">
                  <a16:creationId xmlns:a16="http://schemas.microsoft.com/office/drawing/2014/main" id="{01A74C3D-03C9-4D42-86BE-819B685A9793}"/>
                </a:ext>
              </a:extLst>
            </p:cNvPr>
            <p:cNvSpPr/>
            <p:nvPr/>
          </p:nvSpPr>
          <p:spPr>
            <a:xfrm>
              <a:off x="9664245" y="3733864"/>
              <a:ext cx="1628773" cy="605487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5FBA3A0-ED33-4178-80E7-AD373BF63F41}"/>
                </a:ext>
              </a:extLst>
            </p:cNvPr>
            <p:cNvSpPr txBox="1"/>
            <p:nvPr/>
          </p:nvSpPr>
          <p:spPr>
            <a:xfrm>
              <a:off x="10111460" y="3863181"/>
              <a:ext cx="12858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j-ea"/>
                  <a:ea typeface="+mj-ea"/>
                </a:rPr>
                <a:t>c&gt;max</a:t>
              </a:r>
              <a:endParaRPr lang="zh-CN" altLang="en-US" sz="1600" dirty="0">
                <a:latin typeface="+mj-ea"/>
                <a:ea typeface="+mj-ea"/>
              </a:endParaRP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F2D7BFEB-E467-41D9-946C-9ECCEC193AFF}"/>
                </a:ext>
              </a:extLst>
            </p:cNvPr>
            <p:cNvCxnSpPr>
              <a:cxnSpLocks/>
            </p:cNvCxnSpPr>
            <p:nvPr/>
          </p:nvCxnSpPr>
          <p:spPr>
            <a:xfrm>
              <a:off x="10492917" y="4361469"/>
              <a:ext cx="0" cy="4086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98FC04D-0286-4F6D-9AF5-EE89D6F70E22}"/>
                </a:ext>
              </a:extLst>
            </p:cNvPr>
            <p:cNvSpPr txBox="1"/>
            <p:nvPr/>
          </p:nvSpPr>
          <p:spPr>
            <a:xfrm>
              <a:off x="9967912" y="4354204"/>
              <a:ext cx="652236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j-ea"/>
                  <a:ea typeface="+mj-ea"/>
                </a:rPr>
                <a:t>yes</a:t>
              </a:r>
            </a:p>
            <a:p>
              <a:endParaRPr lang="zh-CN" altLang="en-US" dirty="0">
                <a:latin typeface="+mj-ea"/>
                <a:ea typeface="+mj-ea"/>
              </a:endParaRPr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3816FD51-82DE-4968-BC5D-51ADDEE05BB5}"/>
                </a:ext>
              </a:extLst>
            </p:cNvPr>
            <p:cNvCxnSpPr>
              <a:cxnSpLocks/>
              <a:endCxn id="6" idx="5"/>
            </p:cNvCxnSpPr>
            <p:nvPr/>
          </p:nvCxnSpPr>
          <p:spPr>
            <a:xfrm>
              <a:off x="6927056" y="1957132"/>
              <a:ext cx="626269" cy="125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平行四边形 43">
            <a:extLst>
              <a:ext uri="{FF2B5EF4-FFF2-40B4-BE49-F238E27FC236}">
                <a16:creationId xmlns:a16="http://schemas.microsoft.com/office/drawing/2014/main" id="{E5D38DCA-6940-4E3A-A3B4-221976D13DE4}"/>
              </a:ext>
            </a:extLst>
          </p:cNvPr>
          <p:cNvSpPr/>
          <p:nvPr/>
        </p:nvSpPr>
        <p:spPr>
          <a:xfrm>
            <a:off x="9202294" y="5821363"/>
            <a:ext cx="1400175" cy="609600"/>
          </a:xfrm>
          <a:prstGeom prst="parallelogram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9D67936-FB6B-49BF-8579-FEDDD76C897F}"/>
              </a:ext>
            </a:extLst>
          </p:cNvPr>
          <p:cNvSpPr/>
          <p:nvPr/>
        </p:nvSpPr>
        <p:spPr>
          <a:xfrm>
            <a:off x="7110068" y="4505805"/>
            <a:ext cx="1245738" cy="62955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175A68B-645D-4225-B16A-54AEAB7D5281}"/>
              </a:ext>
            </a:extLst>
          </p:cNvPr>
          <p:cNvSpPr/>
          <p:nvPr/>
        </p:nvSpPr>
        <p:spPr>
          <a:xfrm>
            <a:off x="9376627" y="4518578"/>
            <a:ext cx="1245738" cy="62955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B35C2EE-0EB3-4992-B3BB-3B18ECBC8F4A}"/>
              </a:ext>
            </a:extLst>
          </p:cNvPr>
          <p:cNvSpPr txBox="1"/>
          <p:nvPr/>
        </p:nvSpPr>
        <p:spPr>
          <a:xfrm>
            <a:off x="9370844" y="5956886"/>
            <a:ext cx="1285875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输出</a:t>
            </a:r>
            <a:r>
              <a:rPr lang="en-US" altLang="zh-CN" sz="1600" dirty="0">
                <a:latin typeface="+mj-ea"/>
                <a:ea typeface="+mj-ea"/>
              </a:rPr>
              <a:t>max</a:t>
            </a:r>
            <a:endParaRPr lang="zh-CN" altLang="en-US" sz="1600" dirty="0">
              <a:latin typeface="+mj-ea"/>
              <a:ea typeface="+mj-ea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6F4B67A-BE3E-4484-A869-12354001D971}"/>
              </a:ext>
            </a:extLst>
          </p:cNvPr>
          <p:cNvCxnSpPr>
            <a:stCxn id="46" idx="2"/>
          </p:cNvCxnSpPr>
          <p:nvPr/>
        </p:nvCxnSpPr>
        <p:spPr>
          <a:xfrm>
            <a:off x="9999496" y="5148129"/>
            <a:ext cx="14285" cy="5713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8007B7A0-5376-446C-823E-2677D80C4AF3}"/>
              </a:ext>
            </a:extLst>
          </p:cNvPr>
          <p:cNvCxnSpPr>
            <a:stCxn id="32" idx="3"/>
            <a:endCxn id="47" idx="3"/>
          </p:cNvCxnSpPr>
          <p:nvPr/>
        </p:nvCxnSpPr>
        <p:spPr>
          <a:xfrm flipH="1">
            <a:off x="10656719" y="3742511"/>
            <a:ext cx="261481" cy="2383652"/>
          </a:xfrm>
          <a:prstGeom prst="bentConnector3">
            <a:avLst>
              <a:gd name="adj1" fmla="val -87425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8BD2BE89-E3CD-4D0E-B2D6-3C7D8DBE7E7C}"/>
              </a:ext>
            </a:extLst>
          </p:cNvPr>
          <p:cNvCxnSpPr>
            <a:cxnSpLocks/>
          </p:cNvCxnSpPr>
          <p:nvPr/>
        </p:nvCxnSpPr>
        <p:spPr>
          <a:xfrm flipH="1">
            <a:off x="8299472" y="6199442"/>
            <a:ext cx="9420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396D0012-D80C-4288-B0CF-B264897908ED}"/>
              </a:ext>
            </a:extLst>
          </p:cNvPr>
          <p:cNvCxnSpPr/>
          <p:nvPr/>
        </p:nvCxnSpPr>
        <p:spPr>
          <a:xfrm rot="5400000" flipH="1" flipV="1">
            <a:off x="8056150" y="4042168"/>
            <a:ext cx="1098755" cy="499443"/>
          </a:xfrm>
          <a:prstGeom prst="bentConnector3">
            <a:avLst>
              <a:gd name="adj1" fmla="val 587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176DDB94-29BA-48A1-B285-B45CE2BDB7BA}"/>
              </a:ext>
            </a:extLst>
          </p:cNvPr>
          <p:cNvSpPr txBox="1"/>
          <p:nvPr/>
        </p:nvSpPr>
        <p:spPr>
          <a:xfrm>
            <a:off x="10868133" y="3416051"/>
            <a:ext cx="6522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ea"/>
                <a:ea typeface="+mj-ea"/>
              </a:rPr>
              <a:t>no</a:t>
            </a:r>
          </a:p>
          <a:p>
            <a:endParaRPr lang="zh-CN" altLang="en-US" dirty="0">
              <a:latin typeface="+mj-ea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8725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0A2A83D-E5AD-4A80-A527-158AADD599C2}"/>
              </a:ext>
            </a:extLst>
          </p:cNvPr>
          <p:cNvSpPr txBox="1"/>
          <p:nvPr/>
        </p:nvSpPr>
        <p:spPr>
          <a:xfrm>
            <a:off x="479743" y="668329"/>
            <a:ext cx="5187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七、总结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A37406-8A70-479E-AD86-FA95FE136922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流程图帮助我们理清算法逻辑。</a:t>
            </a:r>
          </a:p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三种基本结构：顺序、选择、循环。</a:t>
            </a:r>
          </a:p>
          <a:p>
            <a:pPr>
              <a:spcAft>
                <a:spcPts val="1000"/>
              </a:spcAft>
              <a:defRPr sz="2000"/>
            </a:pPr>
            <a:r>
              <a:rPr lang="zh-CN" altLang="en-US" sz="2000" dirty="0">
                <a:latin typeface="+mj-ea"/>
                <a:ea typeface="+mj-ea"/>
              </a:rPr>
              <a:t>流程图与伪代码、</a:t>
            </a:r>
            <a:r>
              <a:rPr lang="en-US" altLang="zh-CN" sz="2000" dirty="0">
                <a:latin typeface="+mj-ea"/>
                <a:ea typeface="+mj-ea"/>
              </a:rPr>
              <a:t>C</a:t>
            </a:r>
            <a:r>
              <a:rPr lang="zh-CN" altLang="en-US" sz="2000" dirty="0">
                <a:latin typeface="+mj-ea"/>
                <a:ea typeface="+mj-ea"/>
              </a:rPr>
              <a:t>语言语句是一一对应的。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8713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0A0248F-F3D7-4087-971B-36792924D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679" y="1299996"/>
            <a:ext cx="4956321" cy="42580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99616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C125D97-05BA-456F-8A95-2BFEF34E3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41" y="1149934"/>
            <a:ext cx="6616876" cy="45581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47648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695F0BE-4F4D-49D6-B16A-53E61B686689}"/>
              </a:ext>
            </a:extLst>
          </p:cNvPr>
          <p:cNvSpPr txBox="1"/>
          <p:nvPr/>
        </p:nvSpPr>
        <p:spPr>
          <a:xfrm>
            <a:off x="479743" y="668329"/>
            <a:ext cx="5187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二维数组做参数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1E27C3-7090-42A1-9441-38BCC863F776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2000"/>
            </a:pPr>
            <a:r>
              <a:rPr lang="zh-CN" altLang="en-US" b="0" i="0" dirty="0">
                <a:effectLst/>
                <a:latin typeface="+mj-ea"/>
                <a:ea typeface="+mj-ea"/>
              </a:rPr>
              <a:t>由于 </a:t>
            </a:r>
            <a:r>
              <a:rPr lang="en-US" altLang="zh-CN" b="0" i="0" dirty="0">
                <a:effectLst/>
                <a:latin typeface="+mj-ea"/>
                <a:ea typeface="+mj-ea"/>
              </a:rPr>
              <a:t>C </a:t>
            </a:r>
            <a:r>
              <a:rPr lang="zh-CN" altLang="en-US" b="0" i="0" dirty="0">
                <a:effectLst/>
                <a:latin typeface="+mj-ea"/>
                <a:ea typeface="+mj-ea"/>
              </a:rPr>
              <a:t>语言中二维数组在内存中是按行连续存储的，所以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形参数组必须明确列数</a:t>
            </a:r>
            <a:r>
              <a:rPr lang="zh-CN" altLang="en-US" b="0" i="0" dirty="0">
                <a:effectLst/>
                <a:latin typeface="+mj-ea"/>
                <a:ea typeface="+mj-ea"/>
              </a:rPr>
              <a:t>，行数可以省略。</a:t>
            </a:r>
            <a:endParaRPr lang="en-US" altLang="zh-CN" b="0" i="0" dirty="0">
              <a:effectLst/>
              <a:latin typeface="+mj-ea"/>
              <a:ea typeface="+mj-ea"/>
            </a:endParaRPr>
          </a:p>
          <a:p>
            <a:pPr>
              <a:spcAft>
                <a:spcPts val="1000"/>
              </a:spcAft>
              <a:defRPr sz="2000"/>
            </a:pPr>
            <a:endParaRPr lang="en-US" altLang="zh-CN" sz="1600" dirty="0">
              <a:latin typeface="+mj-ea"/>
              <a:ea typeface="+mj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67E446C-4D8D-45AD-8104-59C3FF58C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64" y="2281141"/>
            <a:ext cx="3915321" cy="138131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08DC141-D4D7-4417-A179-925F9CC3CD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264" y="4006486"/>
            <a:ext cx="4395918" cy="25026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1805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2VkNmFlMTEwNjIyMTBiZTk1MmZkYjU0YTlkNDY3YzcifQ=="/>
  <p:tag name="RESOURCE_RECORD_KEY" val="{&quot;13&quot;:[4364974],&quot;29&quot;:[50000283,50052696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186152;#186152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00283,50052696]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5850;"/>
  <p:tag name="KSO_WM_SLIDE_ID" val="diagram20212315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29*445"/>
  <p:tag name="KSO_WM_SLIDE_POSITION" val="71*36"/>
  <p:tag name="KSO_WM_TAG_VERSION" val="1.0"/>
  <p:tag name="KSO_WM_BEAUTIFY_FLAG" val="#wm#"/>
  <p:tag name="KSO_WM_TEMPLATE_CATEGORY" val="diagram"/>
  <p:tag name="KSO_WM_TEMPLATE_INDEX" val="20212315"/>
  <p:tag name="KSO_WM_SLIDE_LAYOUT" val="a_f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36:58&quot;,&quot;maxSize&quot;:{&quot;size1&quot;:48.9},&quot;minSize&quot;:{&quot;size1&quot;:40},&quot;normalSize&quot;:{&quot;size1&quot;:40.00018518518518},&quot;subLayout&quot;:[{&quot;id&quot;:&quot;2021-04-01T15:36:58&quot;,&quot;margin&quot;:{&quot;bottom&quot;:0.02600000612437725,&quot;left&quot;:6.349999904632568,&quot;right&quot;:6.349999904632568,&quot;top&quot;:5.502999782562256},&quot;type&quot;:0},{&quot;id&quot;:&quot;2021-04-01T15:36:58&quot;,&quot;margin&quot;:{&quot;bottom&quot;:5.079999923706055,&quot;left&quot;:6.349999904632568,&quot;right&quot;:6.349999904632568,&quot;top&quot;:0.8199999928474426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310ec69c36e2348c3ef692"/>
  <p:tag name="KSO_WM_CHIP_FILLPROP" val="[[{&quot;text_align&quot;:&quot;lb&quot;,&quot;text_direction&quot;:&quot;horizontal&quot;,&quot;support_big_font&quot;:true,&quot;fill_id&quot;:&quot;c642534ca0394f1a98e057b03f25da24&quot;,&quot;fill_align&quot;:&quot;lb&quot;,&quot;chip_types&quot;:[&quot;header&quot;]},{&quot;text_align&quot;:&quot;lt&quot;,&quot;text_direction&quot;:&quot;horizontal&quot;,&quot;support_big_font&quot;:true,&quot;fill_id&quot;:&quot;5d72a2f20ab243e5910887df09d08a2b&quot;,&quot;fill_align&quot;:&quot;lt&quot;,&quot;chip_types&quot;:[&quot;text&quot;]}]]"/>
  <p:tag name="KSO_WM_CHIP_DECFILLPROP" val="[]"/>
  <p:tag name="KSO_WM_CHIP_GROUPID" val="5f310ec69c36e2348c3ef691"/>
  <p:tag name="KSO_WM_SLIDE_BK_DARK_LIGHT" val="2"/>
  <p:tag name="KSO_WM_SLIDE_BACKGROUND_TYPE" val="general"/>
  <p:tag name="KSO_WM_SLIDE_SUPPORT_FEATURE_TYPE" val="0"/>
  <p:tag name="KSO_WM_TEMPLATE_ASSEMBLE_XID" val="60656f454054ed1e2fb806a8"/>
  <p:tag name="KSO_WM_TEMPLATE_ASSEMBLE_GROUPID" val="60656f454054ed1e2fb806a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5850;"/>
  <p:tag name="KSO_WM_SLIDE_ID" val="diagram20212315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29*445"/>
  <p:tag name="KSO_WM_SLIDE_POSITION" val="71*36"/>
  <p:tag name="KSO_WM_TAG_VERSION" val="1.0"/>
  <p:tag name="KSO_WM_BEAUTIFY_FLAG" val="#wm#"/>
  <p:tag name="KSO_WM_TEMPLATE_CATEGORY" val="diagram"/>
  <p:tag name="KSO_WM_TEMPLATE_INDEX" val="20212315"/>
  <p:tag name="KSO_WM_SLIDE_LAYOUT" val="a_f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36:58&quot;,&quot;maxSize&quot;:{&quot;size1&quot;:48.9},&quot;minSize&quot;:{&quot;size1&quot;:40},&quot;normalSize&quot;:{&quot;size1&quot;:40.00018518518518},&quot;subLayout&quot;:[{&quot;id&quot;:&quot;2021-04-01T15:36:58&quot;,&quot;margin&quot;:{&quot;bottom&quot;:0.02600000612437725,&quot;left&quot;:6.349999904632568,&quot;right&quot;:6.349999904632568,&quot;top&quot;:5.502999782562256},&quot;type&quot;:0},{&quot;id&quot;:&quot;2021-04-01T15:36:58&quot;,&quot;margin&quot;:{&quot;bottom&quot;:5.079999923706055,&quot;left&quot;:6.349999904632568,&quot;right&quot;:6.349999904632568,&quot;top&quot;:0.8199999928474426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310ec69c36e2348c3ef692"/>
  <p:tag name="KSO_WM_CHIP_FILLPROP" val="[[{&quot;text_align&quot;:&quot;lb&quot;,&quot;text_direction&quot;:&quot;horizontal&quot;,&quot;support_big_font&quot;:true,&quot;fill_id&quot;:&quot;c642534ca0394f1a98e057b03f25da24&quot;,&quot;fill_align&quot;:&quot;lb&quot;,&quot;chip_types&quot;:[&quot;header&quot;]},{&quot;text_align&quot;:&quot;lt&quot;,&quot;text_direction&quot;:&quot;horizontal&quot;,&quot;support_big_font&quot;:true,&quot;fill_id&quot;:&quot;5d72a2f20ab243e5910887df09d08a2b&quot;,&quot;fill_align&quot;:&quot;lt&quot;,&quot;chip_types&quot;:[&quot;text&quot;]}]]"/>
  <p:tag name="KSO_WM_CHIP_DECFILLPROP" val="[]"/>
  <p:tag name="KSO_WM_CHIP_GROUPID" val="5f310ec69c36e2348c3ef691"/>
  <p:tag name="KSO_WM_SLIDE_BK_DARK_LIGHT" val="2"/>
  <p:tag name="KSO_WM_SLIDE_BACKGROUND_TYPE" val="general"/>
  <p:tag name="KSO_WM_SLIDE_SUPPORT_FEATURE_TYPE" val="0"/>
  <p:tag name="KSO_WM_TEMPLATE_ASSEMBLE_XID" val="60656f454054ed1e2fb806a8"/>
  <p:tag name="KSO_WM_TEMPLATE_ASSEMBLE_GROUPID" val="60656f454054ed1e2fb806a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5850;"/>
  <p:tag name="KSO_WM_SLIDE_ID" val="diagram20212315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29*445"/>
  <p:tag name="KSO_WM_SLIDE_POSITION" val="71*36"/>
  <p:tag name="KSO_WM_TAG_VERSION" val="1.0"/>
  <p:tag name="KSO_WM_BEAUTIFY_FLAG" val="#wm#"/>
  <p:tag name="KSO_WM_TEMPLATE_CATEGORY" val="diagram"/>
  <p:tag name="KSO_WM_TEMPLATE_INDEX" val="20212315"/>
  <p:tag name="KSO_WM_SLIDE_LAYOUT" val="a_f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36:58&quot;,&quot;maxSize&quot;:{&quot;size1&quot;:48.9},&quot;minSize&quot;:{&quot;size1&quot;:40},&quot;normalSize&quot;:{&quot;size1&quot;:40.00018518518518},&quot;subLayout&quot;:[{&quot;id&quot;:&quot;2021-04-01T15:36:58&quot;,&quot;margin&quot;:{&quot;bottom&quot;:0.02600000612437725,&quot;left&quot;:6.349999904632568,&quot;right&quot;:6.349999904632568,&quot;top&quot;:5.502999782562256},&quot;type&quot;:0},{&quot;id&quot;:&quot;2021-04-01T15:36:58&quot;,&quot;margin&quot;:{&quot;bottom&quot;:5.079999923706055,&quot;left&quot;:6.349999904632568,&quot;right&quot;:6.349999904632568,&quot;top&quot;:0.8199999928474426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310ec69c36e2348c3ef692"/>
  <p:tag name="KSO_WM_CHIP_FILLPROP" val="[[{&quot;text_align&quot;:&quot;lb&quot;,&quot;text_direction&quot;:&quot;horizontal&quot;,&quot;support_big_font&quot;:true,&quot;fill_id&quot;:&quot;c642534ca0394f1a98e057b03f25da24&quot;,&quot;fill_align&quot;:&quot;lb&quot;,&quot;chip_types&quot;:[&quot;header&quot;]},{&quot;text_align&quot;:&quot;lt&quot;,&quot;text_direction&quot;:&quot;horizontal&quot;,&quot;support_big_font&quot;:true,&quot;fill_id&quot;:&quot;5d72a2f20ab243e5910887df09d08a2b&quot;,&quot;fill_align&quot;:&quot;lt&quot;,&quot;chip_types&quot;:[&quot;text&quot;]}]]"/>
  <p:tag name="KSO_WM_CHIP_DECFILLPROP" val="[]"/>
  <p:tag name="KSO_WM_CHIP_GROUPID" val="5f310ec69c36e2348c3ef691"/>
  <p:tag name="KSO_WM_SLIDE_BK_DARK_LIGHT" val="2"/>
  <p:tag name="KSO_WM_SLIDE_BACKGROUND_TYPE" val="general"/>
  <p:tag name="KSO_WM_SLIDE_SUPPORT_FEATURE_TYPE" val="0"/>
  <p:tag name="KSO_WM_TEMPLATE_ASSEMBLE_XID" val="60656f454054ed1e2fb806a8"/>
  <p:tag name="KSO_WM_TEMPLATE_ASSEMBLE_GROUPID" val="60656f454054ed1e2fb806a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5850;"/>
  <p:tag name="KSO_WM_SLIDE_ID" val="diagram20212315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29*445"/>
  <p:tag name="KSO_WM_SLIDE_POSITION" val="71*36"/>
  <p:tag name="KSO_WM_TAG_VERSION" val="1.0"/>
  <p:tag name="KSO_WM_BEAUTIFY_FLAG" val="#wm#"/>
  <p:tag name="KSO_WM_TEMPLATE_CATEGORY" val="diagram"/>
  <p:tag name="KSO_WM_TEMPLATE_INDEX" val="20212315"/>
  <p:tag name="KSO_WM_SLIDE_LAYOUT" val="a_f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36:58&quot;,&quot;maxSize&quot;:{&quot;size1&quot;:48.9},&quot;minSize&quot;:{&quot;size1&quot;:40},&quot;normalSize&quot;:{&quot;size1&quot;:40.00018518518518},&quot;subLayout&quot;:[{&quot;id&quot;:&quot;2021-04-01T15:36:58&quot;,&quot;margin&quot;:{&quot;bottom&quot;:0.02600000612437725,&quot;left&quot;:6.349999904632568,&quot;right&quot;:6.349999904632568,&quot;top&quot;:5.502999782562256},&quot;type&quot;:0},{&quot;id&quot;:&quot;2021-04-01T15:36:58&quot;,&quot;margin&quot;:{&quot;bottom&quot;:5.079999923706055,&quot;left&quot;:6.349999904632568,&quot;right&quot;:6.349999904632568,&quot;top&quot;:0.8199999928474426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310ec69c36e2348c3ef692"/>
  <p:tag name="KSO_WM_CHIP_FILLPROP" val="[[{&quot;text_align&quot;:&quot;lb&quot;,&quot;text_direction&quot;:&quot;horizontal&quot;,&quot;support_big_font&quot;:true,&quot;fill_id&quot;:&quot;c642534ca0394f1a98e057b03f25da24&quot;,&quot;fill_align&quot;:&quot;lb&quot;,&quot;chip_types&quot;:[&quot;header&quot;]},{&quot;text_align&quot;:&quot;lt&quot;,&quot;text_direction&quot;:&quot;horizontal&quot;,&quot;support_big_font&quot;:true,&quot;fill_id&quot;:&quot;5d72a2f20ab243e5910887df09d08a2b&quot;,&quot;fill_align&quot;:&quot;lt&quot;,&quot;chip_types&quot;:[&quot;text&quot;]}]]"/>
  <p:tag name="KSO_WM_CHIP_DECFILLPROP" val="[]"/>
  <p:tag name="KSO_WM_CHIP_GROUPID" val="5f310ec69c36e2348c3ef691"/>
  <p:tag name="KSO_WM_SLIDE_BK_DARK_LIGHT" val="2"/>
  <p:tag name="KSO_WM_SLIDE_BACKGROUND_TYPE" val="general"/>
  <p:tag name="KSO_WM_SLIDE_SUPPORT_FEATURE_TYPE" val="0"/>
  <p:tag name="KSO_WM_TEMPLATE_ASSEMBLE_XID" val="60656f454054ed1e2fb806a8"/>
  <p:tag name="KSO_WM_TEMPLATE_ASSEMBLE_GROUPID" val="60656f454054ed1e2fb806a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5850;"/>
  <p:tag name="KSO_WM_SLIDE_ID" val="diagram20212315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29*445"/>
  <p:tag name="KSO_WM_SLIDE_POSITION" val="71*36"/>
  <p:tag name="KSO_WM_TAG_VERSION" val="1.0"/>
  <p:tag name="KSO_WM_BEAUTIFY_FLAG" val="#wm#"/>
  <p:tag name="KSO_WM_TEMPLATE_CATEGORY" val="diagram"/>
  <p:tag name="KSO_WM_TEMPLATE_INDEX" val="20212315"/>
  <p:tag name="KSO_WM_SLIDE_LAYOUT" val="a_f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36:58&quot;,&quot;maxSize&quot;:{&quot;size1&quot;:48.9},&quot;minSize&quot;:{&quot;size1&quot;:40},&quot;normalSize&quot;:{&quot;size1&quot;:40.00018518518518},&quot;subLayout&quot;:[{&quot;id&quot;:&quot;2021-04-01T15:36:58&quot;,&quot;margin&quot;:{&quot;bottom&quot;:0.02600000612437725,&quot;left&quot;:6.349999904632568,&quot;right&quot;:6.349999904632568,&quot;top&quot;:5.502999782562256},&quot;type&quot;:0},{&quot;id&quot;:&quot;2021-04-01T15:36:58&quot;,&quot;margin&quot;:{&quot;bottom&quot;:5.079999923706055,&quot;left&quot;:6.349999904632568,&quot;right&quot;:6.349999904632568,&quot;top&quot;:0.8199999928474426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310ec69c36e2348c3ef692"/>
  <p:tag name="KSO_WM_CHIP_FILLPROP" val="[[{&quot;text_align&quot;:&quot;lb&quot;,&quot;text_direction&quot;:&quot;horizontal&quot;,&quot;support_big_font&quot;:true,&quot;fill_id&quot;:&quot;c642534ca0394f1a98e057b03f25da24&quot;,&quot;fill_align&quot;:&quot;lb&quot;,&quot;chip_types&quot;:[&quot;header&quot;]},{&quot;text_align&quot;:&quot;lt&quot;,&quot;text_direction&quot;:&quot;horizontal&quot;,&quot;support_big_font&quot;:true,&quot;fill_id&quot;:&quot;5d72a2f20ab243e5910887df09d08a2b&quot;,&quot;fill_align&quot;:&quot;lt&quot;,&quot;chip_types&quot;:[&quot;text&quot;]}]]"/>
  <p:tag name="KSO_WM_CHIP_DECFILLPROP" val="[]"/>
  <p:tag name="KSO_WM_CHIP_GROUPID" val="5f310ec69c36e2348c3ef691"/>
  <p:tag name="KSO_WM_SLIDE_BK_DARK_LIGHT" val="2"/>
  <p:tag name="KSO_WM_SLIDE_BACKGROUND_TYPE" val="general"/>
  <p:tag name="KSO_WM_SLIDE_SUPPORT_FEATURE_TYPE" val="0"/>
  <p:tag name="KSO_WM_TEMPLATE_ASSEMBLE_XID" val="60656f454054ed1e2fb806a8"/>
  <p:tag name="KSO_WM_TEMPLATE_ASSEMBLE_GROUPID" val="60656f454054ed1e2fb806a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5850;"/>
  <p:tag name="KSO_WM_SLIDE_ID" val="diagram20212315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29*445"/>
  <p:tag name="KSO_WM_SLIDE_POSITION" val="71*36"/>
  <p:tag name="KSO_WM_TAG_VERSION" val="1.0"/>
  <p:tag name="KSO_WM_BEAUTIFY_FLAG" val="#wm#"/>
  <p:tag name="KSO_WM_TEMPLATE_CATEGORY" val="diagram"/>
  <p:tag name="KSO_WM_TEMPLATE_INDEX" val="20212315"/>
  <p:tag name="KSO_WM_SLIDE_LAYOUT" val="a_f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36:58&quot;,&quot;maxSize&quot;:{&quot;size1&quot;:48.9},&quot;minSize&quot;:{&quot;size1&quot;:40},&quot;normalSize&quot;:{&quot;size1&quot;:40.00018518518518},&quot;subLayout&quot;:[{&quot;id&quot;:&quot;2021-04-01T15:36:58&quot;,&quot;margin&quot;:{&quot;bottom&quot;:0.02600000612437725,&quot;left&quot;:6.349999904632568,&quot;right&quot;:6.349999904632568,&quot;top&quot;:5.502999782562256},&quot;type&quot;:0},{&quot;id&quot;:&quot;2021-04-01T15:36:58&quot;,&quot;margin&quot;:{&quot;bottom&quot;:5.079999923706055,&quot;left&quot;:6.349999904632568,&quot;right&quot;:6.349999904632568,&quot;top&quot;:0.8199999928474426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310ec69c36e2348c3ef692"/>
  <p:tag name="KSO_WM_CHIP_FILLPROP" val="[[{&quot;text_align&quot;:&quot;lb&quot;,&quot;text_direction&quot;:&quot;horizontal&quot;,&quot;support_big_font&quot;:true,&quot;fill_id&quot;:&quot;c642534ca0394f1a98e057b03f25da24&quot;,&quot;fill_align&quot;:&quot;lb&quot;,&quot;chip_types&quot;:[&quot;header&quot;]},{&quot;text_align&quot;:&quot;lt&quot;,&quot;text_direction&quot;:&quot;horizontal&quot;,&quot;support_big_font&quot;:true,&quot;fill_id&quot;:&quot;5d72a2f20ab243e5910887df09d08a2b&quot;,&quot;fill_align&quot;:&quot;lt&quot;,&quot;chip_types&quot;:[&quot;text&quot;]}]]"/>
  <p:tag name="KSO_WM_CHIP_DECFILLPROP" val="[]"/>
  <p:tag name="KSO_WM_CHIP_GROUPID" val="5f310ec69c36e2348c3ef691"/>
  <p:tag name="KSO_WM_SLIDE_BK_DARK_LIGHT" val="2"/>
  <p:tag name="KSO_WM_SLIDE_BACKGROUND_TYPE" val="general"/>
  <p:tag name="KSO_WM_SLIDE_SUPPORT_FEATURE_TYPE" val="0"/>
  <p:tag name="KSO_WM_TEMPLATE_ASSEMBLE_XID" val="60656f454054ed1e2fb806a8"/>
  <p:tag name="KSO_WM_TEMPLATE_ASSEMBLE_GROUPID" val="60656f454054ed1e2fb806a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5850;"/>
  <p:tag name="KSO_WM_SLIDE_ID" val="diagram20212315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29*445"/>
  <p:tag name="KSO_WM_SLIDE_POSITION" val="71*36"/>
  <p:tag name="KSO_WM_TAG_VERSION" val="1.0"/>
  <p:tag name="KSO_WM_BEAUTIFY_FLAG" val="#wm#"/>
  <p:tag name="KSO_WM_TEMPLATE_CATEGORY" val="diagram"/>
  <p:tag name="KSO_WM_TEMPLATE_INDEX" val="20212315"/>
  <p:tag name="KSO_WM_SLIDE_LAYOUT" val="a_f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36:58&quot;,&quot;maxSize&quot;:{&quot;size1&quot;:48.9},&quot;minSize&quot;:{&quot;size1&quot;:40},&quot;normalSize&quot;:{&quot;size1&quot;:40.00018518518518},&quot;subLayout&quot;:[{&quot;id&quot;:&quot;2021-04-01T15:36:58&quot;,&quot;margin&quot;:{&quot;bottom&quot;:0.02600000612437725,&quot;left&quot;:6.349999904632568,&quot;right&quot;:6.349999904632568,&quot;top&quot;:5.502999782562256},&quot;type&quot;:0},{&quot;id&quot;:&quot;2021-04-01T15:36:58&quot;,&quot;margin&quot;:{&quot;bottom&quot;:5.079999923706055,&quot;left&quot;:6.349999904632568,&quot;right&quot;:6.349999904632568,&quot;top&quot;:0.8199999928474426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310ec69c36e2348c3ef692"/>
  <p:tag name="KSO_WM_CHIP_FILLPROP" val="[[{&quot;text_align&quot;:&quot;lb&quot;,&quot;text_direction&quot;:&quot;horizontal&quot;,&quot;support_big_font&quot;:true,&quot;fill_id&quot;:&quot;c642534ca0394f1a98e057b03f25da24&quot;,&quot;fill_align&quot;:&quot;lb&quot;,&quot;chip_types&quot;:[&quot;header&quot;]},{&quot;text_align&quot;:&quot;lt&quot;,&quot;text_direction&quot;:&quot;horizontal&quot;,&quot;support_big_font&quot;:true,&quot;fill_id&quot;:&quot;5d72a2f20ab243e5910887df09d08a2b&quot;,&quot;fill_align&quot;:&quot;lt&quot;,&quot;chip_types&quot;:[&quot;text&quot;]}]]"/>
  <p:tag name="KSO_WM_CHIP_DECFILLPROP" val="[]"/>
  <p:tag name="KSO_WM_CHIP_GROUPID" val="5f310ec69c36e2348c3ef691"/>
  <p:tag name="KSO_WM_SLIDE_BK_DARK_LIGHT" val="2"/>
  <p:tag name="KSO_WM_SLIDE_BACKGROUND_TYPE" val="general"/>
  <p:tag name="KSO_WM_SLIDE_SUPPORT_FEATURE_TYPE" val="0"/>
  <p:tag name="KSO_WM_TEMPLATE_ASSEMBLE_XID" val="60656f454054ed1e2fb806a8"/>
  <p:tag name="KSO_WM_TEMPLATE_ASSEMBLE_GROUPID" val="60656f454054ed1e2fb806a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5850;"/>
  <p:tag name="KSO_WM_SLIDE_ID" val="diagram20212315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29*445"/>
  <p:tag name="KSO_WM_SLIDE_POSITION" val="71*36"/>
  <p:tag name="KSO_WM_TAG_VERSION" val="1.0"/>
  <p:tag name="KSO_WM_BEAUTIFY_FLAG" val="#wm#"/>
  <p:tag name="KSO_WM_TEMPLATE_CATEGORY" val="diagram"/>
  <p:tag name="KSO_WM_TEMPLATE_INDEX" val="20212315"/>
  <p:tag name="KSO_WM_SLIDE_LAYOUT" val="a_f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36:58&quot;,&quot;maxSize&quot;:{&quot;size1&quot;:48.9},&quot;minSize&quot;:{&quot;size1&quot;:40},&quot;normalSize&quot;:{&quot;size1&quot;:40.00018518518518},&quot;subLayout&quot;:[{&quot;id&quot;:&quot;2021-04-01T15:36:58&quot;,&quot;margin&quot;:{&quot;bottom&quot;:0.02600000612437725,&quot;left&quot;:6.349999904632568,&quot;right&quot;:6.349999904632568,&quot;top&quot;:5.502999782562256},&quot;type&quot;:0},{&quot;id&quot;:&quot;2021-04-01T15:36:58&quot;,&quot;margin&quot;:{&quot;bottom&quot;:5.079999923706055,&quot;left&quot;:6.349999904632568,&quot;right&quot;:6.349999904632568,&quot;top&quot;:0.8199999928474426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310ec69c36e2348c3ef692"/>
  <p:tag name="KSO_WM_CHIP_FILLPROP" val="[[{&quot;text_align&quot;:&quot;lb&quot;,&quot;text_direction&quot;:&quot;horizontal&quot;,&quot;support_big_font&quot;:true,&quot;fill_id&quot;:&quot;c642534ca0394f1a98e057b03f25da24&quot;,&quot;fill_align&quot;:&quot;lb&quot;,&quot;chip_types&quot;:[&quot;header&quot;]},{&quot;text_align&quot;:&quot;lt&quot;,&quot;text_direction&quot;:&quot;horizontal&quot;,&quot;support_big_font&quot;:true,&quot;fill_id&quot;:&quot;5d72a2f20ab243e5910887df09d08a2b&quot;,&quot;fill_align&quot;:&quot;lt&quot;,&quot;chip_types&quot;:[&quot;text&quot;]}]]"/>
  <p:tag name="KSO_WM_CHIP_DECFILLPROP" val="[]"/>
  <p:tag name="KSO_WM_CHIP_GROUPID" val="5f310ec69c36e2348c3ef691"/>
  <p:tag name="KSO_WM_SLIDE_BK_DARK_LIGHT" val="2"/>
  <p:tag name="KSO_WM_SLIDE_BACKGROUND_TYPE" val="general"/>
  <p:tag name="KSO_WM_SLIDE_SUPPORT_FEATURE_TYPE" val="0"/>
  <p:tag name="KSO_WM_TEMPLATE_ASSEMBLE_XID" val="60656f454054ed1e2fb806a8"/>
  <p:tag name="KSO_WM_TEMPLATE_ASSEMBLE_GROUPID" val="60656f454054ed1e2fb806a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5850;"/>
  <p:tag name="KSO_WM_SLIDE_ID" val="diagram20212315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29*445"/>
  <p:tag name="KSO_WM_SLIDE_POSITION" val="71*36"/>
  <p:tag name="KSO_WM_TAG_VERSION" val="1.0"/>
  <p:tag name="KSO_WM_BEAUTIFY_FLAG" val="#wm#"/>
  <p:tag name="KSO_WM_TEMPLATE_CATEGORY" val="diagram"/>
  <p:tag name="KSO_WM_TEMPLATE_INDEX" val="20212315"/>
  <p:tag name="KSO_WM_SLIDE_LAYOUT" val="a_f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36:58&quot;,&quot;maxSize&quot;:{&quot;size1&quot;:48.9},&quot;minSize&quot;:{&quot;size1&quot;:40},&quot;normalSize&quot;:{&quot;size1&quot;:40.00018518518518},&quot;subLayout&quot;:[{&quot;id&quot;:&quot;2021-04-01T15:36:58&quot;,&quot;margin&quot;:{&quot;bottom&quot;:0.02600000612437725,&quot;left&quot;:6.349999904632568,&quot;right&quot;:6.349999904632568,&quot;top&quot;:5.502999782562256},&quot;type&quot;:0},{&quot;id&quot;:&quot;2021-04-01T15:36:58&quot;,&quot;margin&quot;:{&quot;bottom&quot;:5.079999923706055,&quot;left&quot;:6.349999904632568,&quot;right&quot;:6.349999904632568,&quot;top&quot;:0.8199999928474426}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310ec69c36e2348c3ef692"/>
  <p:tag name="KSO_WM_CHIP_FILLPROP" val="[[{&quot;text_align&quot;:&quot;lb&quot;,&quot;text_direction&quot;:&quot;horizontal&quot;,&quot;support_big_font&quot;:true,&quot;fill_id&quot;:&quot;c642534ca0394f1a98e057b03f25da24&quot;,&quot;fill_align&quot;:&quot;lb&quot;,&quot;chip_types&quot;:[&quot;header&quot;]},{&quot;text_align&quot;:&quot;lt&quot;,&quot;text_direction&quot;:&quot;horizontal&quot;,&quot;support_big_font&quot;:true,&quot;fill_id&quot;:&quot;5d72a2f20ab243e5910887df09d08a2b&quot;,&quot;fill_align&quot;:&quot;lt&quot;,&quot;chip_types&quot;:[&quot;text&quot;]}]]"/>
  <p:tag name="KSO_WM_CHIP_DECFILLPROP" val="[]"/>
  <p:tag name="KSO_WM_CHIP_GROUPID" val="5f310ec69c36e2348c3ef691"/>
  <p:tag name="KSO_WM_SLIDE_BK_DARK_LIGHT" val="2"/>
  <p:tag name="KSO_WM_SLIDE_BACKGROUND_TYPE" val="general"/>
  <p:tag name="KSO_WM_SLIDE_SUPPORT_FEATURE_TYPE" val="0"/>
  <p:tag name="KSO_WM_TEMPLATE_ASSEMBLE_XID" val="60656f454054ed1e2fb806a8"/>
  <p:tag name="KSO_WM_TEMPLATE_ASSEMBLE_GROUPID" val="60656f454054ed1e2fb806a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细">
      <a:majorFont>
        <a:latin typeface="Segoe UI Semilight"/>
        <a:ea typeface="微软雅黑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1643</TotalTime>
  <Words>449</Words>
  <Application>Microsoft Office PowerPoint</Application>
  <PresentationFormat>宽屏</PresentationFormat>
  <Paragraphs>89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微软雅黑</vt:lpstr>
      <vt:lpstr>Arial</vt:lpstr>
      <vt:lpstr>Segoe UI Light</vt:lpstr>
      <vt:lpstr>Segoe UI Semilight</vt:lpstr>
      <vt:lpstr>Office 主题​​</vt:lpstr>
      <vt:lpstr>习题课——流程图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Yiwen</dc:creator>
  <cp:keywords>中国科大</cp:keywords>
  <cp:lastModifiedBy>yang yunqian</cp:lastModifiedBy>
  <cp:revision>118</cp:revision>
  <dcterms:created xsi:type="dcterms:W3CDTF">2016-09-29T13:41:00Z</dcterms:created>
  <dcterms:modified xsi:type="dcterms:W3CDTF">2025-11-12T09:13:29Z</dcterms:modified>
  <cp:category>全媒体中心出品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6B8678FC948C4D9DAAA4063D419DCB83_12</vt:lpwstr>
  </property>
  <property fmtid="{D5CDD505-2E9C-101B-9397-08002B2CF9AE}" pid="3" name="KSOProductBuildVer">
    <vt:lpwstr>2052-12.1.0.17827</vt:lpwstr>
  </property>
</Properties>
</file>